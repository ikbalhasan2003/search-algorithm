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5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6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7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8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9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64" r:id="rId3"/>
    <p:sldMasterId id="2147483668" r:id="rId4"/>
    <p:sldMasterId id="2147483672" r:id="rId5"/>
    <p:sldMasterId id="2147483676" r:id="rId6"/>
    <p:sldMasterId id="2147483680" r:id="rId7"/>
    <p:sldMasterId id="2147483684" r:id="rId8"/>
    <p:sldMasterId id="2147483688" r:id="rId9"/>
    <p:sldMasterId id="2147483692" r:id="rId10"/>
  </p:sldMasterIdLst>
  <p:notesMasterIdLst>
    <p:notesMasterId r:id="rId27"/>
  </p:notesMasterIdLst>
  <p:sldIdLst>
    <p:sldId id="447" r:id="rId11"/>
    <p:sldId id="604" r:id="rId12"/>
    <p:sldId id="605" r:id="rId13"/>
    <p:sldId id="606" r:id="rId14"/>
    <p:sldId id="641" r:id="rId15"/>
    <p:sldId id="645" r:id="rId16"/>
    <p:sldId id="644" r:id="rId17"/>
    <p:sldId id="646" r:id="rId18"/>
    <p:sldId id="647" r:id="rId19"/>
    <p:sldId id="608" r:id="rId20"/>
    <p:sldId id="643" r:id="rId21"/>
    <p:sldId id="609" r:id="rId22"/>
    <p:sldId id="648" r:id="rId23"/>
    <p:sldId id="649" r:id="rId24"/>
    <p:sldId id="650" r:id="rId25"/>
    <p:sldId id="651" r:id="rId26"/>
  </p:sldIdLst>
  <p:sldSz cx="12190413" cy="6859588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8CC1"/>
    <a:srgbClr val="10849C"/>
    <a:srgbClr val="0E65AC"/>
    <a:srgbClr val="175783"/>
    <a:srgbClr val="02484F"/>
    <a:srgbClr val="003438"/>
    <a:srgbClr val="4F81BD"/>
    <a:srgbClr val="C0504D"/>
    <a:srgbClr val="8064A2"/>
    <a:srgbClr val="9BBB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6" autoAdjust="0"/>
    <p:restoredTop sz="97778" autoAdjust="0"/>
  </p:normalViewPr>
  <p:slideViewPr>
    <p:cSldViewPr snapToGrid="0" showGuides="1">
      <p:cViewPr varScale="1">
        <p:scale>
          <a:sx n="81" d="100"/>
          <a:sy n="81" d="100"/>
        </p:scale>
        <p:origin x="715" y="24"/>
      </p:cViewPr>
      <p:guideLst>
        <p:guide orient="horz" pos="216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827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tags" Target="tags/tag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9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12C8C0-A3D3-487B-AECC-CB6663EAE28D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49D3E0-124D-4DFF-AE99-4EA4CC201D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1777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7021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57879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81620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59550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There is a phenomenon of alternating search and backtracking.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11548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There is a phenomenon of alternating search and backtracking.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31358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There is a phenomenon of alternating search and backtracking.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49034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There is a phenomenon of alternating search and backtracking.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9220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There is a phenomenon of alternating search and backtracking.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09267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15351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8662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20194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There is a phenomenon of alternating search and backtracking.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59377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There is a phenomenon of alternating search and backtracking.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38351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There is a phenomenon of alternating search and backtracking.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72390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There is a phenomenon of alternating search and backtracking.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712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Relationship Id="rId4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Relationship Id="rId4" Type="http://schemas.microsoft.com/office/2007/relationships/hdphoto" Target="../media/hdphoto1.wdp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Relationship Id="rId4" Type="http://schemas.microsoft.com/office/2007/relationships/hdphoto" Target="../media/hdphoto1.wdp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4" Type="http://schemas.microsoft.com/office/2007/relationships/hdphoto" Target="../media/hdphoto1.wdp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Relationship Id="rId4" Type="http://schemas.microsoft.com/office/2007/relationships/hdphoto" Target="../media/hdphoto1.wdp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9.xml"/><Relationship Id="rId4" Type="http://schemas.microsoft.com/office/2007/relationships/hdphoto" Target="../media/hdphoto1.wdp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802" y="1122624"/>
            <a:ext cx="9142810" cy="238815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802" y="3602873"/>
            <a:ext cx="9142810" cy="165614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915558"/>
      </p:ext>
    </p:extLst>
  </p:cSld>
  <p:clrMapOvr>
    <a:masterClrMapping/>
  </p:clrMapOvr>
  <p:transition spd="slow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5678660"/>
      </p:ext>
    </p:extLst>
  </p:cSld>
  <p:clrMapOvr>
    <a:masterClrMapping/>
  </p:clrMapOvr>
  <p:transition spd="slow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743" y="1710135"/>
            <a:ext cx="10514231" cy="285339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743" y="4590527"/>
            <a:ext cx="10514231" cy="150053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261975"/>
      </p:ext>
    </p:extLst>
  </p:cSld>
  <p:clrMapOvr>
    <a:masterClrMapping/>
  </p:clrMapOvr>
  <p:transition spd="slow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091" y="1826048"/>
            <a:ext cx="5180926" cy="4352346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1396" y="1826048"/>
            <a:ext cx="5180926" cy="4352346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8902318"/>
      </p:ext>
    </p:extLst>
  </p:cSld>
  <p:clrMapOvr>
    <a:masterClrMapping/>
  </p:clrMapOvr>
  <p:transition spd="slow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680" y="365211"/>
            <a:ext cx="10514231" cy="132587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679" y="1681553"/>
            <a:ext cx="5157116" cy="824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679" y="2505656"/>
            <a:ext cx="5157116" cy="3685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1398" y="1681553"/>
            <a:ext cx="5182513" cy="824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1398" y="2505656"/>
            <a:ext cx="5182513" cy="3685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9191107"/>
      </p:ext>
    </p:extLst>
  </p:cSld>
  <p:clrMapOvr>
    <a:masterClrMapping/>
  </p:clrMapOvr>
  <p:transition spd="slow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750460"/>
      </p:ext>
    </p:extLst>
  </p:cSld>
  <p:clrMapOvr>
    <a:masterClrMapping/>
  </p:clrMapOvr>
  <p:transition spd="slow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858109"/>
      </p:ext>
    </p:extLst>
  </p:cSld>
  <p:clrMapOvr>
    <a:masterClrMapping/>
  </p:clrMapOvr>
  <p:transition spd="slow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679" y="457307"/>
            <a:ext cx="3931725" cy="16005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2514" y="987654"/>
            <a:ext cx="6171397" cy="487475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679" y="2057877"/>
            <a:ext cx="3931725" cy="38124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435494"/>
      </p:ext>
    </p:extLst>
  </p:cSld>
  <p:clrMapOvr>
    <a:masterClrMapping/>
  </p:clrMapOvr>
  <p:transition spd="slow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679" y="457307"/>
            <a:ext cx="3931725" cy="16005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2514" y="987654"/>
            <a:ext cx="6171397" cy="487475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679" y="2057877"/>
            <a:ext cx="3931725" cy="38124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6505172"/>
      </p:ext>
    </p:extLst>
  </p:cSld>
  <p:clrMapOvr>
    <a:masterClrMapping/>
  </p:clrMapOvr>
  <p:transition spd="slow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3770020"/>
      </p:ext>
    </p:extLst>
  </p:cSld>
  <p:clrMapOvr>
    <a:masterClrMapping/>
  </p:clrMapOvr>
  <p:transition spd="slow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3764" y="365209"/>
            <a:ext cx="2628558" cy="581318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092" y="365209"/>
            <a:ext cx="7733293" cy="5813184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2723526"/>
      </p:ext>
    </p:extLst>
  </p:cSld>
  <p:clrMapOvr>
    <a:masterClrMapping/>
  </p:clrMapOvr>
  <p:transition spd="slow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exa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413" cy="685958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0435F3-CE51-FE47-901D-12AFFB0ECEA9}" type="datetime1">
              <a:rPr lang="en-JM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17/10/2023</a:t>
            </a:fld>
            <a:endParaRPr lang="en-JM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JM">
                <a:solidFill>
                  <a:prstClr val="white">
                    <a:lumMod val="65000"/>
                  </a:prstClr>
                </a:solidFill>
              </a:rPr>
              <a:t>WWW.DESIGNERSPARADISE.COM</a:t>
            </a:r>
            <a:endParaRPr lang="en-JM" dirty="0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2798120"/>
      </p:ext>
    </p:extLst>
  </p:cSld>
  <p:clrMapOvr>
    <a:masterClrMapping/>
  </p:clrMapOvr>
  <p:transition spd="slow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0435F3-CE51-FE47-901D-12AFFB0ECEA9}" type="datetime1">
              <a:rPr lang="en-JM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17/10/2023</a:t>
            </a:fld>
            <a:endParaRPr lang="en-JM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iHei Pro" panose="020B0500000000000000" pitchFamily="34" charset="-122"/>
                <a:ea typeface="LiHei Pro" panose="020B0500000000000000" pitchFamily="34" charset="-122"/>
              </a:defRPr>
            </a:lvl1pPr>
          </a:lstStyle>
          <a:p>
            <a:pPr>
              <a:defRPr/>
            </a:pPr>
            <a:r>
              <a:rPr lang="en-JM">
                <a:solidFill>
                  <a:prstClr val="white">
                    <a:lumMod val="65000"/>
                  </a:prstClr>
                </a:solidFill>
              </a:rPr>
              <a:t>xiaoer.yanj.cn</a:t>
            </a:r>
            <a:endParaRPr lang="en-JM" dirty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</a:defRPr>
            </a:lvl1pPr>
          </a:lstStyle>
          <a:p>
            <a:pPr>
              <a:defRPr/>
            </a:pPr>
            <a:fld id="{857B18ED-D931-45F4-8873-1BEDAB4DC03E}" type="slidenum">
              <a:rPr lang="en-JM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JM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 flipV="1">
            <a:off x="3024904" y="479935"/>
            <a:ext cx="8365514" cy="1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1" y="195152"/>
            <a:ext cx="3125772" cy="569565"/>
            <a:chOff x="0" y="194743"/>
            <a:chExt cx="3126179" cy="569433"/>
          </a:xfrm>
        </p:grpSpPr>
        <p:sp>
          <p:nvSpPr>
            <p:cNvPr id="9" name="圆角矩形 8"/>
            <p:cNvSpPr/>
            <p:nvPr/>
          </p:nvSpPr>
          <p:spPr>
            <a:xfrm>
              <a:off x="173209" y="194743"/>
              <a:ext cx="2952970" cy="569433"/>
            </a:xfrm>
            <a:prstGeom prst="roundRect">
              <a:avLst>
                <a:gd name="adj" fmla="val 9976"/>
              </a:avLst>
            </a:prstGeom>
            <a:solidFill>
              <a:srgbClr val="01ACBE"/>
            </a:solidFill>
            <a:ln w="19050">
              <a:gradFill flip="none" rotWithShape="1">
                <a:gsLst>
                  <a:gs pos="88000">
                    <a:schemeClr val="bg1"/>
                  </a:gs>
                  <a:gs pos="0">
                    <a:schemeClr val="bg1">
                      <a:lumMod val="75000"/>
                    </a:schemeClr>
                  </a:gs>
                  <a:gs pos="71000">
                    <a:schemeClr val="bg1">
                      <a:lumMod val="85000"/>
                    </a:schemeClr>
                  </a:gs>
                  <a:gs pos="55000">
                    <a:schemeClr val="bg1"/>
                  </a:gs>
                  <a:gs pos="37000">
                    <a:schemeClr val="bg1">
                      <a:lumMod val="85000"/>
                    </a:schemeClr>
                  </a:gs>
                  <a:gs pos="2200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200000" scaled="0"/>
                <a:tileRect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0" y="290669"/>
              <a:ext cx="424561" cy="355906"/>
              <a:chOff x="469900" y="728859"/>
              <a:chExt cx="424561" cy="355906"/>
            </a:xfrm>
          </p:grpSpPr>
          <p:sp>
            <p:nvSpPr>
              <p:cNvPr id="11" name="椭圆 10"/>
              <p:cNvSpPr/>
              <p:nvPr/>
            </p:nvSpPr>
            <p:spPr>
              <a:xfrm rot="16200000">
                <a:off x="738264" y="928568"/>
                <a:ext cx="156198" cy="156196"/>
              </a:xfrm>
              <a:prstGeom prst="ellipse">
                <a:avLst/>
              </a:prstGeom>
              <a:gradFill>
                <a:gsLst>
                  <a:gs pos="75000">
                    <a:schemeClr val="bg1">
                      <a:lumMod val="95000"/>
                    </a:schemeClr>
                  </a:gs>
                  <a:gs pos="55000">
                    <a:schemeClr val="bg1">
                      <a:lumMod val="65000"/>
                    </a:schemeClr>
                  </a:gs>
                  <a:gs pos="35000">
                    <a:schemeClr val="bg1">
                      <a:lumMod val="95000"/>
                    </a:schemeClr>
                  </a:gs>
                  <a:gs pos="17000">
                    <a:schemeClr val="bg1">
                      <a:lumMod val="6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65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 rot="16200000">
                <a:off x="752463" y="942770"/>
                <a:ext cx="127798" cy="12779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>
                <a:innerShdw blurRad="12700" dist="127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 rot="16200000">
                <a:off x="738264" y="728860"/>
                <a:ext cx="156198" cy="156196"/>
              </a:xfrm>
              <a:prstGeom prst="ellipse">
                <a:avLst/>
              </a:prstGeom>
              <a:gradFill>
                <a:gsLst>
                  <a:gs pos="75000">
                    <a:schemeClr val="bg1">
                      <a:lumMod val="95000"/>
                    </a:schemeClr>
                  </a:gs>
                  <a:gs pos="55000">
                    <a:schemeClr val="bg1">
                      <a:lumMod val="65000"/>
                    </a:schemeClr>
                  </a:gs>
                  <a:gs pos="35000">
                    <a:schemeClr val="bg1">
                      <a:lumMod val="95000"/>
                    </a:schemeClr>
                  </a:gs>
                  <a:gs pos="17000">
                    <a:schemeClr val="bg1">
                      <a:lumMod val="6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65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 rot="16200000">
                <a:off x="752463" y="743063"/>
                <a:ext cx="127798" cy="12779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>
                <a:innerShdw blurRad="12700" dist="127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圆角矩形 14"/>
              <p:cNvSpPr/>
              <p:nvPr/>
            </p:nvSpPr>
            <p:spPr>
              <a:xfrm rot="16200000">
                <a:off x="636543" y="859458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4000">
                      <a:schemeClr val="bg1">
                        <a:lumMod val="75000"/>
                      </a:schemeClr>
                    </a:gs>
                    <a:gs pos="78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  <a:tileRect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圆角矩形 15"/>
              <p:cNvSpPr/>
              <p:nvPr/>
            </p:nvSpPr>
            <p:spPr>
              <a:xfrm rot="16200000">
                <a:off x="636543" y="809416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3000">
                      <a:schemeClr val="bg1">
                        <a:lumMod val="75000"/>
                      </a:schemeClr>
                    </a:gs>
                    <a:gs pos="79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  <a:tileRect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圆角矩形 16"/>
              <p:cNvSpPr/>
              <p:nvPr/>
            </p:nvSpPr>
            <p:spPr>
              <a:xfrm rot="16200000">
                <a:off x="636543" y="655035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4000">
                      <a:schemeClr val="bg1">
                        <a:lumMod val="75000"/>
                      </a:schemeClr>
                    </a:gs>
                    <a:gs pos="78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  <a:tileRect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圆角矩形 17"/>
              <p:cNvSpPr/>
              <p:nvPr/>
            </p:nvSpPr>
            <p:spPr>
              <a:xfrm rot="16200000">
                <a:off x="636543" y="604992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3000">
                      <a:schemeClr val="bg1">
                        <a:lumMod val="75000"/>
                      </a:schemeClr>
                    </a:gs>
                    <a:gs pos="79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  <a:tileRect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19" name="组合 18"/>
          <p:cNvGrpSpPr/>
          <p:nvPr userDrawn="1"/>
        </p:nvGrpSpPr>
        <p:grpSpPr>
          <a:xfrm>
            <a:off x="11352323" y="175669"/>
            <a:ext cx="838091" cy="743984"/>
            <a:chOff x="39833" y="101457"/>
            <a:chExt cx="838200" cy="743812"/>
          </a:xfrm>
        </p:grpSpPr>
        <p:grpSp>
          <p:nvGrpSpPr>
            <p:cNvPr id="20" name="组合 19"/>
            <p:cNvGrpSpPr/>
            <p:nvPr userDrawn="1"/>
          </p:nvGrpSpPr>
          <p:grpSpPr>
            <a:xfrm>
              <a:off x="130195" y="101457"/>
              <a:ext cx="647560" cy="567974"/>
              <a:chOff x="257420" y="226345"/>
              <a:chExt cx="540747" cy="474289"/>
            </a:xfrm>
          </p:grpSpPr>
          <p:pic>
            <p:nvPicPr>
              <p:cNvPr id="22" name="图片 21"/>
              <p:cNvPicPr>
                <a:picLocks noChangeAspect="1"/>
              </p:cNvPicPr>
              <p:nvPr userDrawn="1"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7420" y="226345"/>
                <a:ext cx="472830" cy="472830"/>
              </a:xfrm>
              <a:prstGeom prst="rect">
                <a:avLst/>
              </a:prstGeom>
            </p:spPr>
          </p:pic>
          <p:pic>
            <p:nvPicPr>
              <p:cNvPr id="23" name="图片 22"/>
              <p:cNvPicPr>
                <a:picLocks noChangeAspect="1"/>
              </p:cNvPicPr>
              <p:nvPr userDrawn="1"/>
            </p:nvPicPr>
            <p:blipFill rotWithShape="1">
              <a:blip r:embed="rId3">
                <a:grayscl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colorTemperature colorTemp="2000"/>
                        </a14:imgEffect>
                      </a14:imgLayer>
                    </a14:imgProps>
                  </a:ext>
                </a:extLst>
              </a:blip>
              <a:srcRect b="72279"/>
              <a:stretch/>
            </p:blipFill>
            <p:spPr>
              <a:xfrm flipH="1">
                <a:off x="265701" y="654915"/>
                <a:ext cx="532466" cy="45719"/>
              </a:xfrm>
              <a:prstGeom prst="rect">
                <a:avLst/>
              </a:prstGeom>
            </p:spPr>
          </p:pic>
        </p:grpSp>
        <p:sp>
          <p:nvSpPr>
            <p:cNvPr id="21" name="文本框 20"/>
            <p:cNvSpPr txBox="1"/>
            <p:nvPr userDrawn="1"/>
          </p:nvSpPr>
          <p:spPr>
            <a:xfrm>
              <a:off x="39833" y="629875"/>
              <a:ext cx="838200" cy="2153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迷你简汉真广标" panose="02010609000101010101" pitchFamily="49" charset="-122"/>
                  <a:ea typeface="迷你简汉真广标" panose="02010609000101010101" pitchFamily="49" charset="-122"/>
                  <a:cs typeface="+mn-cs"/>
                </a:rPr>
                <a:t>By </a:t>
              </a:r>
              <a:r>
                <a: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迷你简汉真广标" panose="02010609000101010101" pitchFamily="49" charset="-122"/>
                  <a:ea typeface="迷你简汉真广标" panose="02010609000101010101" pitchFamily="49" charset="-122"/>
                  <a:cs typeface="+mn-cs"/>
                </a:rPr>
                <a:t>杜小二</a:t>
              </a:r>
            </a:p>
          </p:txBody>
        </p:sp>
      </p:grpSp>
      <p:sp>
        <p:nvSpPr>
          <p:cNvPr id="24" name="标题占位符 1"/>
          <p:cNvSpPr>
            <a:spLocks noGrp="1"/>
          </p:cNvSpPr>
          <p:nvPr>
            <p:ph type="title"/>
          </p:nvPr>
        </p:nvSpPr>
        <p:spPr>
          <a:xfrm>
            <a:off x="416259" y="206382"/>
            <a:ext cx="3050391" cy="547102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>
            <a:lvl1pPr>
              <a:defRPr sz="1800">
                <a:solidFill>
                  <a:schemeClr val="bg1"/>
                </a:solidFill>
                <a:latin typeface="迷你简汉真广标" panose="02010609000101010101" pitchFamily="49" charset="-122"/>
                <a:ea typeface="迷你简汉真广标" panose="0201060900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3489971"/>
      </p:ext>
    </p:extLst>
  </p:cSld>
  <p:clrMapOvr>
    <a:masterClrMapping/>
  </p:clrMapOvr>
  <p:transition spd="slow">
    <p:wipe dir="r"/>
  </p:transition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"/>
          <p:cNvSpPr/>
          <p:nvPr userDrawn="1"/>
        </p:nvSpPr>
        <p:spPr>
          <a:xfrm>
            <a:off x="-8905" y="0"/>
            <a:ext cx="12202286" cy="6859588"/>
          </a:xfrm>
          <a:prstGeom prst="rect">
            <a:avLst/>
          </a:prstGeom>
          <a:gradFill flip="none" rotWithShape="1">
            <a:gsLst>
              <a:gs pos="0">
                <a:srgbClr val="77458B"/>
              </a:gs>
              <a:gs pos="100000">
                <a:srgbClr val="4F2D5D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JM" sz="1800" b="0" i="0" u="none" strike="noStrike" kern="1200" cap="none" spc="0" normalizeH="0" baseline="0" noProof="0" dirty="0">
              <a:ln>
                <a:noFill/>
              </a:ln>
              <a:solidFill>
                <a:srgbClr val="F34F57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620504-D840-6A40-90BC-6F3747762FA2}" type="datetime1">
              <a:rPr lang="en-JM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17/10/2023</a:t>
            </a:fld>
            <a:endParaRPr lang="en-JM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5497097"/>
      </p:ext>
    </p:extLst>
  </p:cSld>
  <p:clrMapOvr>
    <a:masterClrMapping/>
  </p:clrMapOvr>
  <p:transition spd="slow"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exa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413" cy="685958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0435F3-CE51-FE47-901D-12AFFB0ECEA9}" type="datetime1">
              <a:rPr lang="en-JM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17/10/2023</a:t>
            </a:fld>
            <a:endParaRPr lang="en-JM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JM">
                <a:solidFill>
                  <a:prstClr val="white">
                    <a:lumMod val="65000"/>
                  </a:prstClr>
                </a:solidFill>
              </a:rPr>
              <a:t>WWW.DESIGNERSPARADISE.COM</a:t>
            </a:r>
            <a:endParaRPr lang="en-JM" dirty="0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6453402"/>
      </p:ext>
    </p:extLst>
  </p:cSld>
  <p:clrMapOvr>
    <a:masterClrMapping/>
  </p:clrMapOvr>
  <p:transition spd="slow"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0435F3-CE51-FE47-901D-12AFFB0ECEA9}" type="datetime1">
              <a:rPr lang="en-JM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17/10/2023</a:t>
            </a:fld>
            <a:endParaRPr lang="en-JM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iHei Pro" panose="020B0500000000000000" pitchFamily="34" charset="-122"/>
                <a:ea typeface="LiHei Pro" panose="020B0500000000000000" pitchFamily="34" charset="-122"/>
              </a:defRPr>
            </a:lvl1pPr>
          </a:lstStyle>
          <a:p>
            <a:pPr>
              <a:defRPr/>
            </a:pPr>
            <a:r>
              <a:rPr lang="en-JM">
                <a:solidFill>
                  <a:prstClr val="white">
                    <a:lumMod val="65000"/>
                  </a:prstClr>
                </a:solidFill>
              </a:rPr>
              <a:t>xiaoer.yanj.cn</a:t>
            </a:r>
            <a:endParaRPr lang="en-JM" dirty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</a:defRPr>
            </a:lvl1pPr>
          </a:lstStyle>
          <a:p>
            <a:pPr>
              <a:defRPr/>
            </a:pPr>
            <a:fld id="{857B18ED-D931-45F4-8873-1BEDAB4DC03E}" type="slidenum">
              <a:rPr lang="en-JM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JM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 flipV="1">
            <a:off x="3024904" y="479935"/>
            <a:ext cx="8365514" cy="1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1" y="195152"/>
            <a:ext cx="3125772" cy="569565"/>
            <a:chOff x="0" y="194743"/>
            <a:chExt cx="3126179" cy="569433"/>
          </a:xfrm>
        </p:grpSpPr>
        <p:sp>
          <p:nvSpPr>
            <p:cNvPr id="9" name="圆角矩形 8"/>
            <p:cNvSpPr/>
            <p:nvPr/>
          </p:nvSpPr>
          <p:spPr>
            <a:xfrm>
              <a:off x="173209" y="194743"/>
              <a:ext cx="2952970" cy="569433"/>
            </a:xfrm>
            <a:prstGeom prst="roundRect">
              <a:avLst>
                <a:gd name="adj" fmla="val 9976"/>
              </a:avLst>
            </a:prstGeom>
            <a:solidFill>
              <a:srgbClr val="01ACBE"/>
            </a:solidFill>
            <a:ln w="19050">
              <a:gradFill flip="none" rotWithShape="1">
                <a:gsLst>
                  <a:gs pos="88000">
                    <a:schemeClr val="bg1"/>
                  </a:gs>
                  <a:gs pos="0">
                    <a:schemeClr val="bg1">
                      <a:lumMod val="75000"/>
                    </a:schemeClr>
                  </a:gs>
                  <a:gs pos="71000">
                    <a:schemeClr val="bg1">
                      <a:lumMod val="85000"/>
                    </a:schemeClr>
                  </a:gs>
                  <a:gs pos="55000">
                    <a:schemeClr val="bg1"/>
                  </a:gs>
                  <a:gs pos="37000">
                    <a:schemeClr val="bg1">
                      <a:lumMod val="85000"/>
                    </a:schemeClr>
                  </a:gs>
                  <a:gs pos="2200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200000" scaled="0"/>
                <a:tileRect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0" y="290669"/>
              <a:ext cx="424561" cy="355906"/>
              <a:chOff x="469900" y="728859"/>
              <a:chExt cx="424561" cy="355906"/>
            </a:xfrm>
          </p:grpSpPr>
          <p:sp>
            <p:nvSpPr>
              <p:cNvPr id="11" name="椭圆 10"/>
              <p:cNvSpPr/>
              <p:nvPr/>
            </p:nvSpPr>
            <p:spPr>
              <a:xfrm rot="16200000">
                <a:off x="738264" y="928568"/>
                <a:ext cx="156198" cy="156196"/>
              </a:xfrm>
              <a:prstGeom prst="ellipse">
                <a:avLst/>
              </a:prstGeom>
              <a:gradFill>
                <a:gsLst>
                  <a:gs pos="75000">
                    <a:schemeClr val="bg1">
                      <a:lumMod val="95000"/>
                    </a:schemeClr>
                  </a:gs>
                  <a:gs pos="55000">
                    <a:schemeClr val="bg1">
                      <a:lumMod val="65000"/>
                    </a:schemeClr>
                  </a:gs>
                  <a:gs pos="35000">
                    <a:schemeClr val="bg1">
                      <a:lumMod val="95000"/>
                    </a:schemeClr>
                  </a:gs>
                  <a:gs pos="17000">
                    <a:schemeClr val="bg1">
                      <a:lumMod val="6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65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 rot="16200000">
                <a:off x="752463" y="942770"/>
                <a:ext cx="127798" cy="12779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>
                <a:innerShdw blurRad="12700" dist="127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 rot="16200000">
                <a:off x="738264" y="728860"/>
                <a:ext cx="156198" cy="156196"/>
              </a:xfrm>
              <a:prstGeom prst="ellipse">
                <a:avLst/>
              </a:prstGeom>
              <a:gradFill>
                <a:gsLst>
                  <a:gs pos="75000">
                    <a:schemeClr val="bg1">
                      <a:lumMod val="95000"/>
                    </a:schemeClr>
                  </a:gs>
                  <a:gs pos="55000">
                    <a:schemeClr val="bg1">
                      <a:lumMod val="65000"/>
                    </a:schemeClr>
                  </a:gs>
                  <a:gs pos="35000">
                    <a:schemeClr val="bg1">
                      <a:lumMod val="95000"/>
                    </a:schemeClr>
                  </a:gs>
                  <a:gs pos="17000">
                    <a:schemeClr val="bg1">
                      <a:lumMod val="6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65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 rot="16200000">
                <a:off x="752463" y="743063"/>
                <a:ext cx="127798" cy="12779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>
                <a:innerShdw blurRad="12700" dist="127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圆角矩形 14"/>
              <p:cNvSpPr/>
              <p:nvPr/>
            </p:nvSpPr>
            <p:spPr>
              <a:xfrm rot="16200000">
                <a:off x="636543" y="859458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4000">
                      <a:schemeClr val="bg1">
                        <a:lumMod val="75000"/>
                      </a:schemeClr>
                    </a:gs>
                    <a:gs pos="78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  <a:tileRect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圆角矩形 15"/>
              <p:cNvSpPr/>
              <p:nvPr/>
            </p:nvSpPr>
            <p:spPr>
              <a:xfrm rot="16200000">
                <a:off x="636543" y="809416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3000">
                      <a:schemeClr val="bg1">
                        <a:lumMod val="75000"/>
                      </a:schemeClr>
                    </a:gs>
                    <a:gs pos="79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  <a:tileRect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圆角矩形 16"/>
              <p:cNvSpPr/>
              <p:nvPr/>
            </p:nvSpPr>
            <p:spPr>
              <a:xfrm rot="16200000">
                <a:off x="636543" y="655035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4000">
                      <a:schemeClr val="bg1">
                        <a:lumMod val="75000"/>
                      </a:schemeClr>
                    </a:gs>
                    <a:gs pos="78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  <a:tileRect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圆角矩形 17"/>
              <p:cNvSpPr/>
              <p:nvPr/>
            </p:nvSpPr>
            <p:spPr>
              <a:xfrm rot="16200000">
                <a:off x="636543" y="604992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3000">
                      <a:schemeClr val="bg1">
                        <a:lumMod val="75000"/>
                      </a:schemeClr>
                    </a:gs>
                    <a:gs pos="79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  <a:tileRect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19" name="组合 18"/>
          <p:cNvGrpSpPr/>
          <p:nvPr userDrawn="1"/>
        </p:nvGrpSpPr>
        <p:grpSpPr>
          <a:xfrm>
            <a:off x="11352323" y="175669"/>
            <a:ext cx="838091" cy="743984"/>
            <a:chOff x="39833" y="101457"/>
            <a:chExt cx="838200" cy="743812"/>
          </a:xfrm>
        </p:grpSpPr>
        <p:grpSp>
          <p:nvGrpSpPr>
            <p:cNvPr id="20" name="组合 19"/>
            <p:cNvGrpSpPr/>
            <p:nvPr userDrawn="1"/>
          </p:nvGrpSpPr>
          <p:grpSpPr>
            <a:xfrm>
              <a:off x="130195" y="101457"/>
              <a:ext cx="647560" cy="567974"/>
              <a:chOff x="257420" y="226345"/>
              <a:chExt cx="540747" cy="474289"/>
            </a:xfrm>
          </p:grpSpPr>
          <p:pic>
            <p:nvPicPr>
              <p:cNvPr id="22" name="图片 21"/>
              <p:cNvPicPr>
                <a:picLocks noChangeAspect="1"/>
              </p:cNvPicPr>
              <p:nvPr userDrawn="1"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7420" y="226345"/>
                <a:ext cx="472830" cy="472830"/>
              </a:xfrm>
              <a:prstGeom prst="rect">
                <a:avLst/>
              </a:prstGeom>
            </p:spPr>
          </p:pic>
          <p:pic>
            <p:nvPicPr>
              <p:cNvPr id="23" name="图片 22"/>
              <p:cNvPicPr>
                <a:picLocks noChangeAspect="1"/>
              </p:cNvPicPr>
              <p:nvPr userDrawn="1"/>
            </p:nvPicPr>
            <p:blipFill rotWithShape="1">
              <a:blip r:embed="rId3">
                <a:grayscl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colorTemperature colorTemp="2000"/>
                        </a14:imgEffect>
                      </a14:imgLayer>
                    </a14:imgProps>
                  </a:ext>
                </a:extLst>
              </a:blip>
              <a:srcRect b="72279"/>
              <a:stretch/>
            </p:blipFill>
            <p:spPr>
              <a:xfrm flipH="1">
                <a:off x="265701" y="654915"/>
                <a:ext cx="532466" cy="45719"/>
              </a:xfrm>
              <a:prstGeom prst="rect">
                <a:avLst/>
              </a:prstGeom>
            </p:spPr>
          </p:pic>
        </p:grpSp>
        <p:sp>
          <p:nvSpPr>
            <p:cNvPr id="21" name="文本框 20"/>
            <p:cNvSpPr txBox="1"/>
            <p:nvPr userDrawn="1"/>
          </p:nvSpPr>
          <p:spPr>
            <a:xfrm>
              <a:off x="39833" y="629875"/>
              <a:ext cx="838200" cy="2153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迷你简汉真广标" panose="02010609000101010101" pitchFamily="49" charset="-122"/>
                  <a:ea typeface="迷你简汉真广标" panose="02010609000101010101" pitchFamily="49" charset="-122"/>
                  <a:cs typeface="+mn-cs"/>
                </a:rPr>
                <a:t>By </a:t>
              </a:r>
              <a:r>
                <a: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迷你简汉真广标" panose="02010609000101010101" pitchFamily="49" charset="-122"/>
                  <a:ea typeface="迷你简汉真广标" panose="02010609000101010101" pitchFamily="49" charset="-122"/>
                  <a:cs typeface="+mn-cs"/>
                </a:rPr>
                <a:t>杜小二</a:t>
              </a:r>
            </a:p>
          </p:txBody>
        </p:sp>
      </p:grpSp>
      <p:sp>
        <p:nvSpPr>
          <p:cNvPr id="24" name="标题占位符 1"/>
          <p:cNvSpPr>
            <a:spLocks noGrp="1"/>
          </p:cNvSpPr>
          <p:nvPr>
            <p:ph type="title"/>
          </p:nvPr>
        </p:nvSpPr>
        <p:spPr>
          <a:xfrm>
            <a:off x="416259" y="206382"/>
            <a:ext cx="3050391" cy="547102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>
            <a:lvl1pPr>
              <a:defRPr sz="1800">
                <a:solidFill>
                  <a:schemeClr val="bg1"/>
                </a:solidFill>
                <a:latin typeface="迷你简汉真广标" panose="02010609000101010101" pitchFamily="49" charset="-122"/>
                <a:ea typeface="迷你简汉真广标" panose="0201060900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170962210"/>
      </p:ext>
    </p:extLst>
  </p:cSld>
  <p:clrMapOvr>
    <a:masterClrMapping/>
  </p:clrMapOvr>
  <p:transition spd="slow">
    <p:wipe dir="r"/>
  </p:transition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"/>
          <p:cNvSpPr/>
          <p:nvPr userDrawn="1"/>
        </p:nvSpPr>
        <p:spPr>
          <a:xfrm>
            <a:off x="-8905" y="0"/>
            <a:ext cx="12202286" cy="6859588"/>
          </a:xfrm>
          <a:prstGeom prst="rect">
            <a:avLst/>
          </a:prstGeom>
          <a:gradFill flip="none" rotWithShape="1">
            <a:gsLst>
              <a:gs pos="0">
                <a:srgbClr val="77458B"/>
              </a:gs>
              <a:gs pos="100000">
                <a:srgbClr val="4F2D5D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JM" sz="1800" b="0" i="0" u="none" strike="noStrike" kern="1200" cap="none" spc="0" normalizeH="0" baseline="0" noProof="0" dirty="0">
              <a:ln>
                <a:noFill/>
              </a:ln>
              <a:solidFill>
                <a:srgbClr val="F34F57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620504-D840-6A40-90BC-6F3747762FA2}" type="datetime1">
              <a:rPr lang="en-JM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17/10/2023</a:t>
            </a:fld>
            <a:endParaRPr lang="en-JM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8168417"/>
      </p:ext>
    </p:extLst>
  </p:cSld>
  <p:clrMapOvr>
    <a:masterClrMapping/>
  </p:clrMapOvr>
  <p:transition spd="slow"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exa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413" cy="685958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0435F3-CE51-FE47-901D-12AFFB0ECEA9}" type="datetime1">
              <a:rPr lang="en-JM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17/10/2023</a:t>
            </a:fld>
            <a:endParaRPr lang="en-JM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JM">
                <a:solidFill>
                  <a:prstClr val="white">
                    <a:lumMod val="65000"/>
                  </a:prstClr>
                </a:solidFill>
              </a:rPr>
              <a:t>WWW.DESIGNERSPARADISE.COM</a:t>
            </a:r>
            <a:endParaRPr lang="en-JM" dirty="0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8932927"/>
      </p:ext>
    </p:extLst>
  </p:cSld>
  <p:clrMapOvr>
    <a:masterClrMapping/>
  </p:clrMapOvr>
  <p:transition spd="slow"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0435F3-CE51-FE47-901D-12AFFB0ECEA9}" type="datetime1">
              <a:rPr lang="en-JM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17/10/2023</a:t>
            </a:fld>
            <a:endParaRPr lang="en-JM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iHei Pro" panose="020B0500000000000000" pitchFamily="34" charset="-122"/>
                <a:ea typeface="LiHei Pro" panose="020B0500000000000000" pitchFamily="34" charset="-122"/>
              </a:defRPr>
            </a:lvl1pPr>
          </a:lstStyle>
          <a:p>
            <a:pPr>
              <a:defRPr/>
            </a:pPr>
            <a:r>
              <a:rPr lang="en-JM">
                <a:solidFill>
                  <a:prstClr val="white">
                    <a:lumMod val="65000"/>
                  </a:prstClr>
                </a:solidFill>
              </a:rPr>
              <a:t>xiaoer.yanj.cn</a:t>
            </a:r>
            <a:endParaRPr lang="en-JM" dirty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</a:defRPr>
            </a:lvl1pPr>
          </a:lstStyle>
          <a:p>
            <a:pPr>
              <a:defRPr/>
            </a:pPr>
            <a:fld id="{857B18ED-D931-45F4-8873-1BEDAB4DC03E}" type="slidenum">
              <a:rPr lang="en-JM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JM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 flipV="1">
            <a:off x="3024904" y="479935"/>
            <a:ext cx="8365514" cy="1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1" y="195152"/>
            <a:ext cx="3125772" cy="569565"/>
            <a:chOff x="0" y="194743"/>
            <a:chExt cx="3126179" cy="569433"/>
          </a:xfrm>
        </p:grpSpPr>
        <p:sp>
          <p:nvSpPr>
            <p:cNvPr id="9" name="圆角矩形 8"/>
            <p:cNvSpPr/>
            <p:nvPr/>
          </p:nvSpPr>
          <p:spPr>
            <a:xfrm>
              <a:off x="173209" y="194743"/>
              <a:ext cx="2952970" cy="569433"/>
            </a:xfrm>
            <a:prstGeom prst="roundRect">
              <a:avLst>
                <a:gd name="adj" fmla="val 9976"/>
              </a:avLst>
            </a:prstGeom>
            <a:solidFill>
              <a:srgbClr val="01ACBE"/>
            </a:solidFill>
            <a:ln w="19050">
              <a:gradFill flip="none" rotWithShape="1">
                <a:gsLst>
                  <a:gs pos="88000">
                    <a:schemeClr val="bg1"/>
                  </a:gs>
                  <a:gs pos="0">
                    <a:schemeClr val="bg1">
                      <a:lumMod val="75000"/>
                    </a:schemeClr>
                  </a:gs>
                  <a:gs pos="71000">
                    <a:schemeClr val="bg1">
                      <a:lumMod val="85000"/>
                    </a:schemeClr>
                  </a:gs>
                  <a:gs pos="55000">
                    <a:schemeClr val="bg1"/>
                  </a:gs>
                  <a:gs pos="37000">
                    <a:schemeClr val="bg1">
                      <a:lumMod val="85000"/>
                    </a:schemeClr>
                  </a:gs>
                  <a:gs pos="2200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200000" scaled="0"/>
                <a:tileRect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0" y="290669"/>
              <a:ext cx="424561" cy="355906"/>
              <a:chOff x="469900" y="728859"/>
              <a:chExt cx="424561" cy="355906"/>
            </a:xfrm>
          </p:grpSpPr>
          <p:sp>
            <p:nvSpPr>
              <p:cNvPr id="11" name="椭圆 10"/>
              <p:cNvSpPr/>
              <p:nvPr/>
            </p:nvSpPr>
            <p:spPr>
              <a:xfrm rot="16200000">
                <a:off x="738264" y="928568"/>
                <a:ext cx="156198" cy="156196"/>
              </a:xfrm>
              <a:prstGeom prst="ellipse">
                <a:avLst/>
              </a:prstGeom>
              <a:gradFill>
                <a:gsLst>
                  <a:gs pos="75000">
                    <a:schemeClr val="bg1">
                      <a:lumMod val="95000"/>
                    </a:schemeClr>
                  </a:gs>
                  <a:gs pos="55000">
                    <a:schemeClr val="bg1">
                      <a:lumMod val="65000"/>
                    </a:schemeClr>
                  </a:gs>
                  <a:gs pos="35000">
                    <a:schemeClr val="bg1">
                      <a:lumMod val="95000"/>
                    </a:schemeClr>
                  </a:gs>
                  <a:gs pos="17000">
                    <a:schemeClr val="bg1">
                      <a:lumMod val="6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65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 rot="16200000">
                <a:off x="752463" y="942770"/>
                <a:ext cx="127798" cy="12779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>
                <a:innerShdw blurRad="12700" dist="127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 rot="16200000">
                <a:off x="738264" y="728860"/>
                <a:ext cx="156198" cy="156196"/>
              </a:xfrm>
              <a:prstGeom prst="ellipse">
                <a:avLst/>
              </a:prstGeom>
              <a:gradFill>
                <a:gsLst>
                  <a:gs pos="75000">
                    <a:schemeClr val="bg1">
                      <a:lumMod val="95000"/>
                    </a:schemeClr>
                  </a:gs>
                  <a:gs pos="55000">
                    <a:schemeClr val="bg1">
                      <a:lumMod val="65000"/>
                    </a:schemeClr>
                  </a:gs>
                  <a:gs pos="35000">
                    <a:schemeClr val="bg1">
                      <a:lumMod val="95000"/>
                    </a:schemeClr>
                  </a:gs>
                  <a:gs pos="17000">
                    <a:schemeClr val="bg1">
                      <a:lumMod val="6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65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 rot="16200000">
                <a:off x="752463" y="743063"/>
                <a:ext cx="127798" cy="12779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>
                <a:innerShdw blurRad="12700" dist="127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圆角矩形 14"/>
              <p:cNvSpPr/>
              <p:nvPr/>
            </p:nvSpPr>
            <p:spPr>
              <a:xfrm rot="16200000">
                <a:off x="636543" y="859458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4000">
                      <a:schemeClr val="bg1">
                        <a:lumMod val="75000"/>
                      </a:schemeClr>
                    </a:gs>
                    <a:gs pos="78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  <a:tileRect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圆角矩形 15"/>
              <p:cNvSpPr/>
              <p:nvPr/>
            </p:nvSpPr>
            <p:spPr>
              <a:xfrm rot="16200000">
                <a:off x="636543" y="809416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3000">
                      <a:schemeClr val="bg1">
                        <a:lumMod val="75000"/>
                      </a:schemeClr>
                    </a:gs>
                    <a:gs pos="79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  <a:tileRect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圆角矩形 16"/>
              <p:cNvSpPr/>
              <p:nvPr/>
            </p:nvSpPr>
            <p:spPr>
              <a:xfrm rot="16200000">
                <a:off x="636543" y="655035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4000">
                      <a:schemeClr val="bg1">
                        <a:lumMod val="75000"/>
                      </a:schemeClr>
                    </a:gs>
                    <a:gs pos="78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  <a:tileRect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圆角矩形 17"/>
              <p:cNvSpPr/>
              <p:nvPr/>
            </p:nvSpPr>
            <p:spPr>
              <a:xfrm rot="16200000">
                <a:off x="636543" y="604992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3000">
                      <a:schemeClr val="bg1">
                        <a:lumMod val="75000"/>
                      </a:schemeClr>
                    </a:gs>
                    <a:gs pos="79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  <a:tileRect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19" name="组合 18"/>
          <p:cNvGrpSpPr/>
          <p:nvPr userDrawn="1"/>
        </p:nvGrpSpPr>
        <p:grpSpPr>
          <a:xfrm>
            <a:off x="11352323" y="175669"/>
            <a:ext cx="838091" cy="743984"/>
            <a:chOff x="39833" y="101457"/>
            <a:chExt cx="838200" cy="743812"/>
          </a:xfrm>
        </p:grpSpPr>
        <p:grpSp>
          <p:nvGrpSpPr>
            <p:cNvPr id="20" name="组合 19"/>
            <p:cNvGrpSpPr/>
            <p:nvPr userDrawn="1"/>
          </p:nvGrpSpPr>
          <p:grpSpPr>
            <a:xfrm>
              <a:off x="130195" y="101457"/>
              <a:ext cx="647560" cy="567974"/>
              <a:chOff x="257420" y="226345"/>
              <a:chExt cx="540747" cy="474289"/>
            </a:xfrm>
          </p:grpSpPr>
          <p:pic>
            <p:nvPicPr>
              <p:cNvPr id="22" name="图片 21"/>
              <p:cNvPicPr>
                <a:picLocks noChangeAspect="1"/>
              </p:cNvPicPr>
              <p:nvPr userDrawn="1"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7420" y="226345"/>
                <a:ext cx="472830" cy="472830"/>
              </a:xfrm>
              <a:prstGeom prst="rect">
                <a:avLst/>
              </a:prstGeom>
            </p:spPr>
          </p:pic>
          <p:pic>
            <p:nvPicPr>
              <p:cNvPr id="23" name="图片 22"/>
              <p:cNvPicPr>
                <a:picLocks noChangeAspect="1"/>
              </p:cNvPicPr>
              <p:nvPr userDrawn="1"/>
            </p:nvPicPr>
            <p:blipFill rotWithShape="1">
              <a:blip r:embed="rId3">
                <a:grayscl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colorTemperature colorTemp="2000"/>
                        </a14:imgEffect>
                      </a14:imgLayer>
                    </a14:imgProps>
                  </a:ext>
                </a:extLst>
              </a:blip>
              <a:srcRect b="72279"/>
              <a:stretch/>
            </p:blipFill>
            <p:spPr>
              <a:xfrm flipH="1">
                <a:off x="265701" y="654915"/>
                <a:ext cx="532466" cy="45719"/>
              </a:xfrm>
              <a:prstGeom prst="rect">
                <a:avLst/>
              </a:prstGeom>
            </p:spPr>
          </p:pic>
        </p:grpSp>
        <p:sp>
          <p:nvSpPr>
            <p:cNvPr id="21" name="文本框 20"/>
            <p:cNvSpPr txBox="1"/>
            <p:nvPr userDrawn="1"/>
          </p:nvSpPr>
          <p:spPr>
            <a:xfrm>
              <a:off x="39833" y="629875"/>
              <a:ext cx="838200" cy="2153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迷你简汉真广标" panose="02010609000101010101" pitchFamily="49" charset="-122"/>
                  <a:ea typeface="迷你简汉真广标" panose="02010609000101010101" pitchFamily="49" charset="-122"/>
                  <a:cs typeface="+mn-cs"/>
                </a:rPr>
                <a:t>By </a:t>
              </a:r>
              <a:r>
                <a: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迷你简汉真广标" panose="02010609000101010101" pitchFamily="49" charset="-122"/>
                  <a:ea typeface="迷你简汉真广标" panose="02010609000101010101" pitchFamily="49" charset="-122"/>
                  <a:cs typeface="+mn-cs"/>
                </a:rPr>
                <a:t>杜小二</a:t>
              </a:r>
            </a:p>
          </p:txBody>
        </p:sp>
      </p:grpSp>
      <p:sp>
        <p:nvSpPr>
          <p:cNvPr id="24" name="标题占位符 1"/>
          <p:cNvSpPr>
            <a:spLocks noGrp="1"/>
          </p:cNvSpPr>
          <p:nvPr>
            <p:ph type="title"/>
          </p:nvPr>
        </p:nvSpPr>
        <p:spPr>
          <a:xfrm>
            <a:off x="416259" y="206382"/>
            <a:ext cx="3050391" cy="547102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>
            <a:lvl1pPr>
              <a:defRPr sz="1800">
                <a:solidFill>
                  <a:schemeClr val="bg1"/>
                </a:solidFill>
                <a:latin typeface="迷你简汉真广标" panose="02010609000101010101" pitchFamily="49" charset="-122"/>
                <a:ea typeface="迷你简汉真广标" panose="0201060900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97907939"/>
      </p:ext>
    </p:extLst>
  </p:cSld>
  <p:clrMapOvr>
    <a:masterClrMapping/>
  </p:clrMapOvr>
  <p:transition spd="slow">
    <p:wipe dir="r"/>
  </p:transition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"/>
          <p:cNvSpPr/>
          <p:nvPr userDrawn="1"/>
        </p:nvSpPr>
        <p:spPr>
          <a:xfrm>
            <a:off x="-8905" y="0"/>
            <a:ext cx="12202286" cy="6859588"/>
          </a:xfrm>
          <a:prstGeom prst="rect">
            <a:avLst/>
          </a:prstGeom>
          <a:gradFill flip="none" rotWithShape="1">
            <a:gsLst>
              <a:gs pos="0">
                <a:srgbClr val="77458B"/>
              </a:gs>
              <a:gs pos="100000">
                <a:srgbClr val="4F2D5D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JM" sz="1800" b="0" i="0" u="none" strike="noStrike" kern="1200" cap="none" spc="0" normalizeH="0" baseline="0" noProof="0" dirty="0">
              <a:ln>
                <a:noFill/>
              </a:ln>
              <a:solidFill>
                <a:srgbClr val="F34F57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620504-D840-6A40-90BC-6F3747762FA2}" type="datetime1">
              <a:rPr lang="en-JM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17/10/2023</a:t>
            </a:fld>
            <a:endParaRPr lang="en-JM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4738144"/>
      </p:ext>
    </p:extLst>
  </p:cSld>
  <p:clrMapOvr>
    <a:masterClrMapping/>
  </p:clrMapOvr>
  <p:transition spd="slow"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exa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413" cy="685958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0435F3-CE51-FE47-901D-12AFFB0ECEA9}" type="datetime1">
              <a:rPr lang="en-JM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17/10/2023</a:t>
            </a:fld>
            <a:endParaRPr lang="en-JM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JM">
                <a:solidFill>
                  <a:prstClr val="white">
                    <a:lumMod val="65000"/>
                  </a:prstClr>
                </a:solidFill>
              </a:rPr>
              <a:t>WWW.DESIGNERSPARADISE.COM</a:t>
            </a:r>
            <a:endParaRPr lang="en-JM" dirty="0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03932"/>
      </p:ext>
    </p:extLst>
  </p:cSld>
  <p:clrMapOvr>
    <a:masterClrMapping/>
  </p:clrMapOvr>
  <p:transition spd="slow"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0435F3-CE51-FE47-901D-12AFFB0ECEA9}" type="datetime1">
              <a:rPr lang="en-JM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17/10/2023</a:t>
            </a:fld>
            <a:endParaRPr lang="en-JM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iHei Pro" panose="020B0500000000000000" pitchFamily="34" charset="-122"/>
                <a:ea typeface="LiHei Pro" panose="020B0500000000000000" pitchFamily="34" charset="-122"/>
              </a:defRPr>
            </a:lvl1pPr>
          </a:lstStyle>
          <a:p>
            <a:pPr>
              <a:defRPr/>
            </a:pPr>
            <a:r>
              <a:rPr lang="en-JM">
                <a:solidFill>
                  <a:prstClr val="white">
                    <a:lumMod val="65000"/>
                  </a:prstClr>
                </a:solidFill>
              </a:rPr>
              <a:t>xiaoer.yanj.cn</a:t>
            </a:r>
            <a:endParaRPr lang="en-JM" dirty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</a:defRPr>
            </a:lvl1pPr>
          </a:lstStyle>
          <a:p>
            <a:pPr>
              <a:defRPr/>
            </a:pPr>
            <a:fld id="{857B18ED-D931-45F4-8873-1BEDAB4DC03E}" type="slidenum">
              <a:rPr lang="en-JM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JM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 flipV="1">
            <a:off x="3024904" y="479935"/>
            <a:ext cx="8365514" cy="1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1" y="195152"/>
            <a:ext cx="3125772" cy="569565"/>
            <a:chOff x="0" y="194743"/>
            <a:chExt cx="3126179" cy="569433"/>
          </a:xfrm>
        </p:grpSpPr>
        <p:sp>
          <p:nvSpPr>
            <p:cNvPr id="9" name="圆角矩形 8"/>
            <p:cNvSpPr/>
            <p:nvPr/>
          </p:nvSpPr>
          <p:spPr>
            <a:xfrm>
              <a:off x="173209" y="194743"/>
              <a:ext cx="2952970" cy="569433"/>
            </a:xfrm>
            <a:prstGeom prst="roundRect">
              <a:avLst>
                <a:gd name="adj" fmla="val 9976"/>
              </a:avLst>
            </a:prstGeom>
            <a:solidFill>
              <a:srgbClr val="01ACBE"/>
            </a:solidFill>
            <a:ln w="19050">
              <a:gradFill flip="none" rotWithShape="1">
                <a:gsLst>
                  <a:gs pos="88000">
                    <a:schemeClr val="bg1"/>
                  </a:gs>
                  <a:gs pos="0">
                    <a:schemeClr val="bg1">
                      <a:lumMod val="75000"/>
                    </a:schemeClr>
                  </a:gs>
                  <a:gs pos="71000">
                    <a:schemeClr val="bg1">
                      <a:lumMod val="85000"/>
                    </a:schemeClr>
                  </a:gs>
                  <a:gs pos="55000">
                    <a:schemeClr val="bg1"/>
                  </a:gs>
                  <a:gs pos="37000">
                    <a:schemeClr val="bg1">
                      <a:lumMod val="85000"/>
                    </a:schemeClr>
                  </a:gs>
                  <a:gs pos="2200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200000" scaled="0"/>
                <a:tileRect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0" y="290669"/>
              <a:ext cx="424561" cy="355906"/>
              <a:chOff x="469900" y="728859"/>
              <a:chExt cx="424561" cy="355906"/>
            </a:xfrm>
          </p:grpSpPr>
          <p:sp>
            <p:nvSpPr>
              <p:cNvPr id="11" name="椭圆 10"/>
              <p:cNvSpPr/>
              <p:nvPr/>
            </p:nvSpPr>
            <p:spPr>
              <a:xfrm rot="16200000">
                <a:off x="738264" y="928568"/>
                <a:ext cx="156198" cy="156196"/>
              </a:xfrm>
              <a:prstGeom prst="ellipse">
                <a:avLst/>
              </a:prstGeom>
              <a:gradFill>
                <a:gsLst>
                  <a:gs pos="75000">
                    <a:schemeClr val="bg1">
                      <a:lumMod val="95000"/>
                    </a:schemeClr>
                  </a:gs>
                  <a:gs pos="55000">
                    <a:schemeClr val="bg1">
                      <a:lumMod val="65000"/>
                    </a:schemeClr>
                  </a:gs>
                  <a:gs pos="35000">
                    <a:schemeClr val="bg1">
                      <a:lumMod val="95000"/>
                    </a:schemeClr>
                  </a:gs>
                  <a:gs pos="17000">
                    <a:schemeClr val="bg1">
                      <a:lumMod val="6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65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 rot="16200000">
                <a:off x="752463" y="942770"/>
                <a:ext cx="127798" cy="12779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>
                <a:innerShdw blurRad="12700" dist="127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 rot="16200000">
                <a:off x="738264" y="728860"/>
                <a:ext cx="156198" cy="156196"/>
              </a:xfrm>
              <a:prstGeom prst="ellipse">
                <a:avLst/>
              </a:prstGeom>
              <a:gradFill>
                <a:gsLst>
                  <a:gs pos="75000">
                    <a:schemeClr val="bg1">
                      <a:lumMod val="95000"/>
                    </a:schemeClr>
                  </a:gs>
                  <a:gs pos="55000">
                    <a:schemeClr val="bg1">
                      <a:lumMod val="65000"/>
                    </a:schemeClr>
                  </a:gs>
                  <a:gs pos="35000">
                    <a:schemeClr val="bg1">
                      <a:lumMod val="95000"/>
                    </a:schemeClr>
                  </a:gs>
                  <a:gs pos="17000">
                    <a:schemeClr val="bg1">
                      <a:lumMod val="6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65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 rot="16200000">
                <a:off x="752463" y="743063"/>
                <a:ext cx="127798" cy="12779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>
                <a:innerShdw blurRad="12700" dist="127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圆角矩形 14"/>
              <p:cNvSpPr/>
              <p:nvPr/>
            </p:nvSpPr>
            <p:spPr>
              <a:xfrm rot="16200000">
                <a:off x="636543" y="859458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4000">
                      <a:schemeClr val="bg1">
                        <a:lumMod val="75000"/>
                      </a:schemeClr>
                    </a:gs>
                    <a:gs pos="78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  <a:tileRect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圆角矩形 15"/>
              <p:cNvSpPr/>
              <p:nvPr/>
            </p:nvSpPr>
            <p:spPr>
              <a:xfrm rot="16200000">
                <a:off x="636543" y="809416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3000">
                      <a:schemeClr val="bg1">
                        <a:lumMod val="75000"/>
                      </a:schemeClr>
                    </a:gs>
                    <a:gs pos="79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  <a:tileRect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圆角矩形 16"/>
              <p:cNvSpPr/>
              <p:nvPr/>
            </p:nvSpPr>
            <p:spPr>
              <a:xfrm rot="16200000">
                <a:off x="636543" y="655035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4000">
                      <a:schemeClr val="bg1">
                        <a:lumMod val="75000"/>
                      </a:schemeClr>
                    </a:gs>
                    <a:gs pos="78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  <a:tileRect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圆角矩形 17"/>
              <p:cNvSpPr/>
              <p:nvPr/>
            </p:nvSpPr>
            <p:spPr>
              <a:xfrm rot="16200000">
                <a:off x="636543" y="604992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3000">
                      <a:schemeClr val="bg1">
                        <a:lumMod val="75000"/>
                      </a:schemeClr>
                    </a:gs>
                    <a:gs pos="79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  <a:tileRect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19" name="组合 18"/>
          <p:cNvGrpSpPr/>
          <p:nvPr userDrawn="1"/>
        </p:nvGrpSpPr>
        <p:grpSpPr>
          <a:xfrm>
            <a:off x="11352323" y="175669"/>
            <a:ext cx="838091" cy="743984"/>
            <a:chOff x="39833" y="101457"/>
            <a:chExt cx="838200" cy="743812"/>
          </a:xfrm>
        </p:grpSpPr>
        <p:grpSp>
          <p:nvGrpSpPr>
            <p:cNvPr id="20" name="组合 19"/>
            <p:cNvGrpSpPr/>
            <p:nvPr userDrawn="1"/>
          </p:nvGrpSpPr>
          <p:grpSpPr>
            <a:xfrm>
              <a:off x="130195" y="101457"/>
              <a:ext cx="647560" cy="567974"/>
              <a:chOff x="257420" y="226345"/>
              <a:chExt cx="540747" cy="474289"/>
            </a:xfrm>
          </p:grpSpPr>
          <p:pic>
            <p:nvPicPr>
              <p:cNvPr id="22" name="图片 21"/>
              <p:cNvPicPr>
                <a:picLocks noChangeAspect="1"/>
              </p:cNvPicPr>
              <p:nvPr userDrawn="1"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7420" y="226345"/>
                <a:ext cx="472830" cy="472830"/>
              </a:xfrm>
              <a:prstGeom prst="rect">
                <a:avLst/>
              </a:prstGeom>
            </p:spPr>
          </p:pic>
          <p:pic>
            <p:nvPicPr>
              <p:cNvPr id="23" name="图片 22"/>
              <p:cNvPicPr>
                <a:picLocks noChangeAspect="1"/>
              </p:cNvPicPr>
              <p:nvPr userDrawn="1"/>
            </p:nvPicPr>
            <p:blipFill rotWithShape="1">
              <a:blip r:embed="rId3">
                <a:grayscl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colorTemperature colorTemp="2000"/>
                        </a14:imgEffect>
                      </a14:imgLayer>
                    </a14:imgProps>
                  </a:ext>
                </a:extLst>
              </a:blip>
              <a:srcRect b="72279"/>
              <a:stretch/>
            </p:blipFill>
            <p:spPr>
              <a:xfrm flipH="1">
                <a:off x="265701" y="654915"/>
                <a:ext cx="532466" cy="45719"/>
              </a:xfrm>
              <a:prstGeom prst="rect">
                <a:avLst/>
              </a:prstGeom>
            </p:spPr>
          </p:pic>
        </p:grpSp>
        <p:sp>
          <p:nvSpPr>
            <p:cNvPr id="21" name="文本框 20"/>
            <p:cNvSpPr txBox="1"/>
            <p:nvPr userDrawn="1"/>
          </p:nvSpPr>
          <p:spPr>
            <a:xfrm>
              <a:off x="39833" y="629875"/>
              <a:ext cx="838200" cy="2153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迷你简汉真广标" panose="02010609000101010101" pitchFamily="49" charset="-122"/>
                  <a:ea typeface="迷你简汉真广标" panose="02010609000101010101" pitchFamily="49" charset="-122"/>
                  <a:cs typeface="+mn-cs"/>
                </a:rPr>
                <a:t>By </a:t>
              </a:r>
              <a:r>
                <a: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迷你简汉真广标" panose="02010609000101010101" pitchFamily="49" charset="-122"/>
                  <a:ea typeface="迷你简汉真广标" panose="02010609000101010101" pitchFamily="49" charset="-122"/>
                  <a:cs typeface="+mn-cs"/>
                </a:rPr>
                <a:t>杜小二</a:t>
              </a:r>
            </a:p>
          </p:txBody>
        </p:sp>
      </p:grpSp>
      <p:sp>
        <p:nvSpPr>
          <p:cNvPr id="24" name="标题占位符 1"/>
          <p:cNvSpPr>
            <a:spLocks noGrp="1"/>
          </p:cNvSpPr>
          <p:nvPr>
            <p:ph type="title"/>
          </p:nvPr>
        </p:nvSpPr>
        <p:spPr>
          <a:xfrm>
            <a:off x="416259" y="206382"/>
            <a:ext cx="3050391" cy="547102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>
            <a:lvl1pPr>
              <a:defRPr sz="1800">
                <a:solidFill>
                  <a:schemeClr val="bg1"/>
                </a:solidFill>
                <a:latin typeface="迷你简汉真广标" panose="02010609000101010101" pitchFamily="49" charset="-122"/>
                <a:ea typeface="迷你简汉真广标" panose="0201060900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45302849"/>
      </p:ext>
    </p:extLst>
  </p:cSld>
  <p:clrMapOvr>
    <a:masterClrMapping/>
  </p:clrMapOvr>
  <p:transition spd="slow">
    <p:wipe dir="r"/>
  </p:transition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"/>
          <p:cNvSpPr/>
          <p:nvPr userDrawn="1"/>
        </p:nvSpPr>
        <p:spPr>
          <a:xfrm>
            <a:off x="-8905" y="0"/>
            <a:ext cx="12202286" cy="6859588"/>
          </a:xfrm>
          <a:prstGeom prst="rect">
            <a:avLst/>
          </a:prstGeom>
          <a:gradFill flip="none" rotWithShape="1">
            <a:gsLst>
              <a:gs pos="0">
                <a:srgbClr val="77458B"/>
              </a:gs>
              <a:gs pos="100000">
                <a:srgbClr val="4F2D5D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JM" sz="1800" b="0" i="0" u="none" strike="noStrike" kern="1200" cap="none" spc="0" normalizeH="0" baseline="0" noProof="0" dirty="0">
              <a:ln>
                <a:noFill/>
              </a:ln>
              <a:solidFill>
                <a:srgbClr val="F34F57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620504-D840-6A40-90BC-6F3747762FA2}" type="datetime1">
              <a:rPr lang="en-JM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17/10/2023</a:t>
            </a:fld>
            <a:endParaRPr lang="en-JM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2990736"/>
      </p:ext>
    </p:extLst>
  </p:cSld>
  <p:clrMapOvr>
    <a:masterClrMapping/>
  </p:clrMapOvr>
  <p:transition spd="slow">
    <p:wipe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exa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413" cy="685958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0435F3-CE51-FE47-901D-12AFFB0ECEA9}" type="datetime1">
              <a:rPr lang="en-JM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17/10/2023</a:t>
            </a:fld>
            <a:endParaRPr lang="en-JM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JM">
                <a:solidFill>
                  <a:prstClr val="white">
                    <a:lumMod val="65000"/>
                  </a:prstClr>
                </a:solidFill>
              </a:rPr>
              <a:t>WWW.DESIGNERSPARADISE.COM</a:t>
            </a:r>
            <a:endParaRPr lang="en-JM" dirty="0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292218"/>
      </p:ext>
    </p:extLst>
  </p:cSld>
  <p:clrMapOvr>
    <a:masterClrMapping/>
  </p:clrMapOvr>
  <p:transition spd="slow">
    <p:wipe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0435F3-CE51-FE47-901D-12AFFB0ECEA9}" type="datetime1">
              <a:rPr lang="en-JM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17/10/2023</a:t>
            </a:fld>
            <a:endParaRPr lang="en-JM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iHei Pro" panose="020B0500000000000000" pitchFamily="34" charset="-122"/>
                <a:ea typeface="LiHei Pro" panose="020B0500000000000000" pitchFamily="34" charset="-122"/>
              </a:defRPr>
            </a:lvl1pPr>
          </a:lstStyle>
          <a:p>
            <a:pPr>
              <a:defRPr/>
            </a:pPr>
            <a:r>
              <a:rPr lang="en-JM">
                <a:solidFill>
                  <a:prstClr val="white">
                    <a:lumMod val="65000"/>
                  </a:prstClr>
                </a:solidFill>
              </a:rPr>
              <a:t>xiaoer.yanj.cn</a:t>
            </a:r>
            <a:endParaRPr lang="en-JM" dirty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</a:defRPr>
            </a:lvl1pPr>
          </a:lstStyle>
          <a:p>
            <a:pPr>
              <a:defRPr/>
            </a:pPr>
            <a:fld id="{857B18ED-D931-45F4-8873-1BEDAB4DC03E}" type="slidenum">
              <a:rPr lang="en-JM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JM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 flipV="1">
            <a:off x="3024904" y="479935"/>
            <a:ext cx="8365514" cy="1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1" y="195152"/>
            <a:ext cx="3125772" cy="569565"/>
            <a:chOff x="0" y="194743"/>
            <a:chExt cx="3126179" cy="569433"/>
          </a:xfrm>
        </p:grpSpPr>
        <p:sp>
          <p:nvSpPr>
            <p:cNvPr id="9" name="圆角矩形 8"/>
            <p:cNvSpPr/>
            <p:nvPr/>
          </p:nvSpPr>
          <p:spPr>
            <a:xfrm>
              <a:off x="173209" y="194743"/>
              <a:ext cx="2952970" cy="569433"/>
            </a:xfrm>
            <a:prstGeom prst="roundRect">
              <a:avLst>
                <a:gd name="adj" fmla="val 9976"/>
              </a:avLst>
            </a:prstGeom>
            <a:solidFill>
              <a:srgbClr val="01ACBE"/>
            </a:solidFill>
            <a:ln w="19050">
              <a:gradFill flip="none" rotWithShape="1">
                <a:gsLst>
                  <a:gs pos="88000">
                    <a:schemeClr val="bg1"/>
                  </a:gs>
                  <a:gs pos="0">
                    <a:schemeClr val="bg1">
                      <a:lumMod val="75000"/>
                    </a:schemeClr>
                  </a:gs>
                  <a:gs pos="71000">
                    <a:schemeClr val="bg1">
                      <a:lumMod val="85000"/>
                    </a:schemeClr>
                  </a:gs>
                  <a:gs pos="55000">
                    <a:schemeClr val="bg1"/>
                  </a:gs>
                  <a:gs pos="37000">
                    <a:schemeClr val="bg1">
                      <a:lumMod val="85000"/>
                    </a:schemeClr>
                  </a:gs>
                  <a:gs pos="2200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200000" scaled="0"/>
                <a:tileRect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0" y="290669"/>
              <a:ext cx="424561" cy="355906"/>
              <a:chOff x="469900" y="728859"/>
              <a:chExt cx="424561" cy="355906"/>
            </a:xfrm>
          </p:grpSpPr>
          <p:sp>
            <p:nvSpPr>
              <p:cNvPr id="11" name="椭圆 10"/>
              <p:cNvSpPr/>
              <p:nvPr/>
            </p:nvSpPr>
            <p:spPr>
              <a:xfrm rot="16200000">
                <a:off x="738264" y="928568"/>
                <a:ext cx="156198" cy="156196"/>
              </a:xfrm>
              <a:prstGeom prst="ellipse">
                <a:avLst/>
              </a:prstGeom>
              <a:gradFill>
                <a:gsLst>
                  <a:gs pos="75000">
                    <a:schemeClr val="bg1">
                      <a:lumMod val="95000"/>
                    </a:schemeClr>
                  </a:gs>
                  <a:gs pos="55000">
                    <a:schemeClr val="bg1">
                      <a:lumMod val="65000"/>
                    </a:schemeClr>
                  </a:gs>
                  <a:gs pos="35000">
                    <a:schemeClr val="bg1">
                      <a:lumMod val="95000"/>
                    </a:schemeClr>
                  </a:gs>
                  <a:gs pos="17000">
                    <a:schemeClr val="bg1">
                      <a:lumMod val="6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65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 rot="16200000">
                <a:off x="752463" y="942770"/>
                <a:ext cx="127798" cy="12779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>
                <a:innerShdw blurRad="12700" dist="127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 rot="16200000">
                <a:off x="738264" y="728860"/>
                <a:ext cx="156198" cy="156196"/>
              </a:xfrm>
              <a:prstGeom prst="ellipse">
                <a:avLst/>
              </a:prstGeom>
              <a:gradFill>
                <a:gsLst>
                  <a:gs pos="75000">
                    <a:schemeClr val="bg1">
                      <a:lumMod val="95000"/>
                    </a:schemeClr>
                  </a:gs>
                  <a:gs pos="55000">
                    <a:schemeClr val="bg1">
                      <a:lumMod val="65000"/>
                    </a:schemeClr>
                  </a:gs>
                  <a:gs pos="35000">
                    <a:schemeClr val="bg1">
                      <a:lumMod val="95000"/>
                    </a:schemeClr>
                  </a:gs>
                  <a:gs pos="17000">
                    <a:schemeClr val="bg1">
                      <a:lumMod val="6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65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 rot="16200000">
                <a:off x="752463" y="743063"/>
                <a:ext cx="127798" cy="12779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>
                <a:innerShdw blurRad="12700" dist="127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圆角矩形 14"/>
              <p:cNvSpPr/>
              <p:nvPr/>
            </p:nvSpPr>
            <p:spPr>
              <a:xfrm rot="16200000">
                <a:off x="636543" y="859458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4000">
                      <a:schemeClr val="bg1">
                        <a:lumMod val="75000"/>
                      </a:schemeClr>
                    </a:gs>
                    <a:gs pos="78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  <a:tileRect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圆角矩形 15"/>
              <p:cNvSpPr/>
              <p:nvPr/>
            </p:nvSpPr>
            <p:spPr>
              <a:xfrm rot="16200000">
                <a:off x="636543" y="809416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3000">
                      <a:schemeClr val="bg1">
                        <a:lumMod val="75000"/>
                      </a:schemeClr>
                    </a:gs>
                    <a:gs pos="79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  <a:tileRect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圆角矩形 16"/>
              <p:cNvSpPr/>
              <p:nvPr/>
            </p:nvSpPr>
            <p:spPr>
              <a:xfrm rot="16200000">
                <a:off x="636543" y="655035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4000">
                      <a:schemeClr val="bg1">
                        <a:lumMod val="75000"/>
                      </a:schemeClr>
                    </a:gs>
                    <a:gs pos="78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  <a:tileRect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圆角矩形 17"/>
              <p:cNvSpPr/>
              <p:nvPr/>
            </p:nvSpPr>
            <p:spPr>
              <a:xfrm rot="16200000">
                <a:off x="636543" y="604992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3000">
                      <a:schemeClr val="bg1">
                        <a:lumMod val="75000"/>
                      </a:schemeClr>
                    </a:gs>
                    <a:gs pos="79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  <a:tileRect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19" name="组合 18"/>
          <p:cNvGrpSpPr/>
          <p:nvPr userDrawn="1"/>
        </p:nvGrpSpPr>
        <p:grpSpPr>
          <a:xfrm>
            <a:off x="11352323" y="175669"/>
            <a:ext cx="838091" cy="743984"/>
            <a:chOff x="39833" y="101457"/>
            <a:chExt cx="838200" cy="743812"/>
          </a:xfrm>
        </p:grpSpPr>
        <p:grpSp>
          <p:nvGrpSpPr>
            <p:cNvPr id="20" name="组合 19"/>
            <p:cNvGrpSpPr/>
            <p:nvPr userDrawn="1"/>
          </p:nvGrpSpPr>
          <p:grpSpPr>
            <a:xfrm>
              <a:off x="130195" y="101457"/>
              <a:ext cx="647560" cy="567974"/>
              <a:chOff x="257420" y="226345"/>
              <a:chExt cx="540747" cy="474289"/>
            </a:xfrm>
          </p:grpSpPr>
          <p:pic>
            <p:nvPicPr>
              <p:cNvPr id="22" name="图片 21"/>
              <p:cNvPicPr>
                <a:picLocks noChangeAspect="1"/>
              </p:cNvPicPr>
              <p:nvPr userDrawn="1"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7420" y="226345"/>
                <a:ext cx="472830" cy="472830"/>
              </a:xfrm>
              <a:prstGeom prst="rect">
                <a:avLst/>
              </a:prstGeom>
            </p:spPr>
          </p:pic>
          <p:pic>
            <p:nvPicPr>
              <p:cNvPr id="23" name="图片 22"/>
              <p:cNvPicPr>
                <a:picLocks noChangeAspect="1"/>
              </p:cNvPicPr>
              <p:nvPr userDrawn="1"/>
            </p:nvPicPr>
            <p:blipFill rotWithShape="1">
              <a:blip r:embed="rId3">
                <a:grayscl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colorTemperature colorTemp="2000"/>
                        </a14:imgEffect>
                      </a14:imgLayer>
                    </a14:imgProps>
                  </a:ext>
                </a:extLst>
              </a:blip>
              <a:srcRect b="72279"/>
              <a:stretch/>
            </p:blipFill>
            <p:spPr>
              <a:xfrm flipH="1">
                <a:off x="265701" y="654915"/>
                <a:ext cx="532466" cy="45719"/>
              </a:xfrm>
              <a:prstGeom prst="rect">
                <a:avLst/>
              </a:prstGeom>
            </p:spPr>
          </p:pic>
        </p:grpSp>
        <p:sp>
          <p:nvSpPr>
            <p:cNvPr id="21" name="文本框 20"/>
            <p:cNvSpPr txBox="1"/>
            <p:nvPr userDrawn="1"/>
          </p:nvSpPr>
          <p:spPr>
            <a:xfrm>
              <a:off x="39833" y="629875"/>
              <a:ext cx="838200" cy="2153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迷你简汉真广标" panose="02010609000101010101" pitchFamily="49" charset="-122"/>
                  <a:ea typeface="迷你简汉真广标" panose="02010609000101010101" pitchFamily="49" charset="-122"/>
                  <a:cs typeface="+mn-cs"/>
                </a:rPr>
                <a:t>By </a:t>
              </a:r>
              <a:r>
                <a: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迷你简汉真广标" panose="02010609000101010101" pitchFamily="49" charset="-122"/>
                  <a:ea typeface="迷你简汉真广标" panose="02010609000101010101" pitchFamily="49" charset="-122"/>
                  <a:cs typeface="+mn-cs"/>
                </a:rPr>
                <a:t>杜小二</a:t>
              </a:r>
            </a:p>
          </p:txBody>
        </p:sp>
      </p:grpSp>
      <p:sp>
        <p:nvSpPr>
          <p:cNvPr id="24" name="标题占位符 1"/>
          <p:cNvSpPr>
            <a:spLocks noGrp="1"/>
          </p:cNvSpPr>
          <p:nvPr>
            <p:ph type="title"/>
          </p:nvPr>
        </p:nvSpPr>
        <p:spPr>
          <a:xfrm>
            <a:off x="416259" y="206382"/>
            <a:ext cx="3050391" cy="547102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>
            <a:lvl1pPr>
              <a:defRPr sz="1800">
                <a:solidFill>
                  <a:schemeClr val="bg1"/>
                </a:solidFill>
                <a:latin typeface="迷你简汉真广标" panose="02010609000101010101" pitchFamily="49" charset="-122"/>
                <a:ea typeface="迷你简汉真广标" panose="0201060900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174124145"/>
      </p:ext>
    </p:extLst>
  </p:cSld>
  <p:clrMapOvr>
    <a:masterClrMapping/>
  </p:clrMapOvr>
  <p:transition spd="slow">
    <p:wipe dir="r"/>
  </p:transition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"/>
          <p:cNvSpPr/>
          <p:nvPr userDrawn="1"/>
        </p:nvSpPr>
        <p:spPr>
          <a:xfrm>
            <a:off x="-8905" y="0"/>
            <a:ext cx="12202286" cy="6859588"/>
          </a:xfrm>
          <a:prstGeom prst="rect">
            <a:avLst/>
          </a:prstGeom>
          <a:gradFill flip="none" rotWithShape="1">
            <a:gsLst>
              <a:gs pos="0">
                <a:srgbClr val="77458B"/>
              </a:gs>
              <a:gs pos="100000">
                <a:srgbClr val="4F2D5D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JM" sz="1800" b="0" i="0" u="none" strike="noStrike" kern="1200" cap="none" spc="0" normalizeH="0" baseline="0" noProof="0" dirty="0">
              <a:ln>
                <a:noFill/>
              </a:ln>
              <a:solidFill>
                <a:srgbClr val="F34F57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620504-D840-6A40-90BC-6F3747762FA2}" type="datetime1">
              <a:rPr lang="en-JM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17/10/2023</a:t>
            </a:fld>
            <a:endParaRPr lang="en-JM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8474266"/>
      </p:ext>
    </p:extLst>
  </p:cSld>
  <p:clrMapOvr>
    <a:masterClrMapping/>
  </p:clrMapOvr>
  <p:transition spd="slow">
    <p:wipe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exa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413" cy="685958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0435F3-CE51-FE47-901D-12AFFB0ECEA9}" type="datetime1">
              <a:rPr lang="en-JM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17/10/2023</a:t>
            </a:fld>
            <a:endParaRPr lang="en-JM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JM">
                <a:solidFill>
                  <a:prstClr val="white">
                    <a:lumMod val="65000"/>
                  </a:prstClr>
                </a:solidFill>
              </a:rPr>
              <a:t>WWW.DESIGNERSPARADISE.COM</a:t>
            </a:r>
            <a:endParaRPr lang="en-JM" dirty="0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6944412"/>
      </p:ext>
    </p:extLst>
  </p:cSld>
  <p:clrMapOvr>
    <a:masterClrMapping/>
  </p:clrMapOvr>
  <p:transition spd="slow">
    <p:wipe dir="r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0435F3-CE51-FE47-901D-12AFFB0ECEA9}" type="datetime1">
              <a:rPr lang="en-JM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17/10/2023</a:t>
            </a:fld>
            <a:endParaRPr lang="en-JM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iHei Pro" panose="020B0500000000000000" pitchFamily="34" charset="-122"/>
                <a:ea typeface="LiHei Pro" panose="020B0500000000000000" pitchFamily="34" charset="-122"/>
              </a:defRPr>
            </a:lvl1pPr>
          </a:lstStyle>
          <a:p>
            <a:pPr>
              <a:defRPr/>
            </a:pPr>
            <a:r>
              <a:rPr lang="en-JM">
                <a:solidFill>
                  <a:prstClr val="white">
                    <a:lumMod val="65000"/>
                  </a:prstClr>
                </a:solidFill>
              </a:rPr>
              <a:t>xiaoer.yanj.cn</a:t>
            </a:r>
            <a:endParaRPr lang="en-JM" dirty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</a:defRPr>
            </a:lvl1pPr>
          </a:lstStyle>
          <a:p>
            <a:pPr>
              <a:defRPr/>
            </a:pPr>
            <a:fld id="{857B18ED-D931-45F4-8873-1BEDAB4DC03E}" type="slidenum">
              <a:rPr lang="en-JM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JM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 flipV="1">
            <a:off x="3024904" y="479935"/>
            <a:ext cx="8365514" cy="1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1" y="195152"/>
            <a:ext cx="3125772" cy="569565"/>
            <a:chOff x="0" y="194743"/>
            <a:chExt cx="3126179" cy="569433"/>
          </a:xfrm>
        </p:grpSpPr>
        <p:sp>
          <p:nvSpPr>
            <p:cNvPr id="9" name="圆角矩形 8"/>
            <p:cNvSpPr/>
            <p:nvPr/>
          </p:nvSpPr>
          <p:spPr>
            <a:xfrm>
              <a:off x="173209" y="194743"/>
              <a:ext cx="2952970" cy="569433"/>
            </a:xfrm>
            <a:prstGeom prst="roundRect">
              <a:avLst>
                <a:gd name="adj" fmla="val 9976"/>
              </a:avLst>
            </a:prstGeom>
            <a:solidFill>
              <a:srgbClr val="01ACBE"/>
            </a:solidFill>
            <a:ln w="19050">
              <a:gradFill flip="none" rotWithShape="1">
                <a:gsLst>
                  <a:gs pos="88000">
                    <a:schemeClr val="bg1"/>
                  </a:gs>
                  <a:gs pos="0">
                    <a:schemeClr val="bg1">
                      <a:lumMod val="75000"/>
                    </a:schemeClr>
                  </a:gs>
                  <a:gs pos="71000">
                    <a:schemeClr val="bg1">
                      <a:lumMod val="85000"/>
                    </a:schemeClr>
                  </a:gs>
                  <a:gs pos="55000">
                    <a:schemeClr val="bg1"/>
                  </a:gs>
                  <a:gs pos="37000">
                    <a:schemeClr val="bg1">
                      <a:lumMod val="85000"/>
                    </a:schemeClr>
                  </a:gs>
                  <a:gs pos="2200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200000" scaled="0"/>
                <a:tileRect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0" y="290669"/>
              <a:ext cx="424561" cy="355906"/>
              <a:chOff x="469900" y="728859"/>
              <a:chExt cx="424561" cy="355906"/>
            </a:xfrm>
          </p:grpSpPr>
          <p:sp>
            <p:nvSpPr>
              <p:cNvPr id="11" name="椭圆 10"/>
              <p:cNvSpPr/>
              <p:nvPr/>
            </p:nvSpPr>
            <p:spPr>
              <a:xfrm rot="16200000">
                <a:off x="738264" y="928568"/>
                <a:ext cx="156198" cy="156196"/>
              </a:xfrm>
              <a:prstGeom prst="ellipse">
                <a:avLst/>
              </a:prstGeom>
              <a:gradFill>
                <a:gsLst>
                  <a:gs pos="75000">
                    <a:schemeClr val="bg1">
                      <a:lumMod val="95000"/>
                    </a:schemeClr>
                  </a:gs>
                  <a:gs pos="55000">
                    <a:schemeClr val="bg1">
                      <a:lumMod val="65000"/>
                    </a:schemeClr>
                  </a:gs>
                  <a:gs pos="35000">
                    <a:schemeClr val="bg1">
                      <a:lumMod val="95000"/>
                    </a:schemeClr>
                  </a:gs>
                  <a:gs pos="17000">
                    <a:schemeClr val="bg1">
                      <a:lumMod val="6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65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 rot="16200000">
                <a:off x="752463" y="942770"/>
                <a:ext cx="127798" cy="12779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>
                <a:innerShdw blurRad="12700" dist="127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 rot="16200000">
                <a:off x="738264" y="728860"/>
                <a:ext cx="156198" cy="156196"/>
              </a:xfrm>
              <a:prstGeom prst="ellipse">
                <a:avLst/>
              </a:prstGeom>
              <a:gradFill>
                <a:gsLst>
                  <a:gs pos="75000">
                    <a:schemeClr val="bg1">
                      <a:lumMod val="95000"/>
                    </a:schemeClr>
                  </a:gs>
                  <a:gs pos="55000">
                    <a:schemeClr val="bg1">
                      <a:lumMod val="65000"/>
                    </a:schemeClr>
                  </a:gs>
                  <a:gs pos="35000">
                    <a:schemeClr val="bg1">
                      <a:lumMod val="95000"/>
                    </a:schemeClr>
                  </a:gs>
                  <a:gs pos="17000">
                    <a:schemeClr val="bg1">
                      <a:lumMod val="6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65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 rot="16200000">
                <a:off x="752463" y="743063"/>
                <a:ext cx="127798" cy="12779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>
                <a:innerShdw blurRad="12700" dist="127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圆角矩形 14"/>
              <p:cNvSpPr/>
              <p:nvPr/>
            </p:nvSpPr>
            <p:spPr>
              <a:xfrm rot="16200000">
                <a:off x="636543" y="859458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4000">
                      <a:schemeClr val="bg1">
                        <a:lumMod val="75000"/>
                      </a:schemeClr>
                    </a:gs>
                    <a:gs pos="78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  <a:tileRect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圆角矩形 15"/>
              <p:cNvSpPr/>
              <p:nvPr/>
            </p:nvSpPr>
            <p:spPr>
              <a:xfrm rot="16200000">
                <a:off x="636543" y="809416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3000">
                      <a:schemeClr val="bg1">
                        <a:lumMod val="75000"/>
                      </a:schemeClr>
                    </a:gs>
                    <a:gs pos="79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  <a:tileRect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圆角矩形 16"/>
              <p:cNvSpPr/>
              <p:nvPr/>
            </p:nvSpPr>
            <p:spPr>
              <a:xfrm rot="16200000">
                <a:off x="636543" y="655035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4000">
                      <a:schemeClr val="bg1">
                        <a:lumMod val="75000"/>
                      </a:schemeClr>
                    </a:gs>
                    <a:gs pos="78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  <a:tileRect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圆角矩形 17"/>
              <p:cNvSpPr/>
              <p:nvPr/>
            </p:nvSpPr>
            <p:spPr>
              <a:xfrm rot="16200000">
                <a:off x="636543" y="604992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3000">
                      <a:schemeClr val="bg1">
                        <a:lumMod val="75000"/>
                      </a:schemeClr>
                    </a:gs>
                    <a:gs pos="79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  <a:tileRect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19" name="组合 18"/>
          <p:cNvGrpSpPr/>
          <p:nvPr userDrawn="1"/>
        </p:nvGrpSpPr>
        <p:grpSpPr>
          <a:xfrm>
            <a:off x="11352323" y="175669"/>
            <a:ext cx="838091" cy="743984"/>
            <a:chOff x="39833" y="101457"/>
            <a:chExt cx="838200" cy="743812"/>
          </a:xfrm>
        </p:grpSpPr>
        <p:grpSp>
          <p:nvGrpSpPr>
            <p:cNvPr id="20" name="组合 19"/>
            <p:cNvGrpSpPr/>
            <p:nvPr userDrawn="1"/>
          </p:nvGrpSpPr>
          <p:grpSpPr>
            <a:xfrm>
              <a:off x="130195" y="101457"/>
              <a:ext cx="647560" cy="567974"/>
              <a:chOff x="257420" y="226345"/>
              <a:chExt cx="540747" cy="474289"/>
            </a:xfrm>
          </p:grpSpPr>
          <p:pic>
            <p:nvPicPr>
              <p:cNvPr id="22" name="图片 21"/>
              <p:cNvPicPr>
                <a:picLocks noChangeAspect="1"/>
              </p:cNvPicPr>
              <p:nvPr userDrawn="1"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7420" y="226345"/>
                <a:ext cx="472830" cy="472830"/>
              </a:xfrm>
              <a:prstGeom prst="rect">
                <a:avLst/>
              </a:prstGeom>
            </p:spPr>
          </p:pic>
          <p:pic>
            <p:nvPicPr>
              <p:cNvPr id="23" name="图片 22"/>
              <p:cNvPicPr>
                <a:picLocks noChangeAspect="1"/>
              </p:cNvPicPr>
              <p:nvPr userDrawn="1"/>
            </p:nvPicPr>
            <p:blipFill rotWithShape="1">
              <a:blip r:embed="rId3">
                <a:grayscl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colorTemperature colorTemp="2000"/>
                        </a14:imgEffect>
                      </a14:imgLayer>
                    </a14:imgProps>
                  </a:ext>
                </a:extLst>
              </a:blip>
              <a:srcRect b="72279"/>
              <a:stretch/>
            </p:blipFill>
            <p:spPr>
              <a:xfrm flipH="1">
                <a:off x="265701" y="654915"/>
                <a:ext cx="532466" cy="45719"/>
              </a:xfrm>
              <a:prstGeom prst="rect">
                <a:avLst/>
              </a:prstGeom>
            </p:spPr>
          </p:pic>
        </p:grpSp>
        <p:sp>
          <p:nvSpPr>
            <p:cNvPr id="21" name="文本框 20"/>
            <p:cNvSpPr txBox="1"/>
            <p:nvPr userDrawn="1"/>
          </p:nvSpPr>
          <p:spPr>
            <a:xfrm>
              <a:off x="39833" y="629875"/>
              <a:ext cx="838200" cy="2153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迷你简汉真广标" panose="02010609000101010101" pitchFamily="49" charset="-122"/>
                  <a:ea typeface="迷你简汉真广标" panose="02010609000101010101" pitchFamily="49" charset="-122"/>
                  <a:cs typeface="+mn-cs"/>
                </a:rPr>
                <a:t>By </a:t>
              </a:r>
              <a:r>
                <a: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迷你简汉真广标" panose="02010609000101010101" pitchFamily="49" charset="-122"/>
                  <a:ea typeface="迷你简汉真广标" panose="02010609000101010101" pitchFamily="49" charset="-122"/>
                  <a:cs typeface="+mn-cs"/>
                </a:rPr>
                <a:t>杜小二</a:t>
              </a:r>
            </a:p>
          </p:txBody>
        </p:sp>
      </p:grpSp>
      <p:sp>
        <p:nvSpPr>
          <p:cNvPr id="24" name="标题占位符 1"/>
          <p:cNvSpPr>
            <a:spLocks noGrp="1"/>
          </p:cNvSpPr>
          <p:nvPr>
            <p:ph type="title"/>
          </p:nvPr>
        </p:nvSpPr>
        <p:spPr>
          <a:xfrm>
            <a:off x="416259" y="206382"/>
            <a:ext cx="3050391" cy="547102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>
            <a:lvl1pPr>
              <a:defRPr sz="1800">
                <a:solidFill>
                  <a:schemeClr val="bg1"/>
                </a:solidFill>
                <a:latin typeface="迷你简汉真广标" panose="02010609000101010101" pitchFamily="49" charset="-122"/>
                <a:ea typeface="迷你简汉真广标" panose="0201060900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02747024"/>
      </p:ext>
    </p:extLst>
  </p:cSld>
  <p:clrMapOvr>
    <a:masterClrMapping/>
  </p:clrMapOvr>
  <p:transition spd="slow">
    <p:wipe dir="r"/>
  </p:transition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"/>
          <p:cNvSpPr/>
          <p:nvPr userDrawn="1"/>
        </p:nvSpPr>
        <p:spPr>
          <a:xfrm>
            <a:off x="-8905" y="0"/>
            <a:ext cx="12202286" cy="6859588"/>
          </a:xfrm>
          <a:prstGeom prst="rect">
            <a:avLst/>
          </a:prstGeom>
          <a:gradFill flip="none" rotWithShape="1">
            <a:gsLst>
              <a:gs pos="0">
                <a:srgbClr val="77458B"/>
              </a:gs>
              <a:gs pos="100000">
                <a:srgbClr val="4F2D5D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JM" sz="1800" b="0" i="0" u="none" strike="noStrike" kern="1200" cap="none" spc="0" normalizeH="0" baseline="0" noProof="0" dirty="0">
              <a:ln>
                <a:noFill/>
              </a:ln>
              <a:solidFill>
                <a:srgbClr val="F34F57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620504-D840-6A40-90BC-6F3747762FA2}" type="datetime1">
              <a:rPr lang="en-JM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17/10/2023</a:t>
            </a:fld>
            <a:endParaRPr lang="en-JM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0151556"/>
      </p:ext>
    </p:extLst>
  </p:cSld>
  <p:clrMapOvr>
    <a:masterClrMapping/>
  </p:clrMapOvr>
  <p:transition spd="slow">
    <p:wipe dir="r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exa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413" cy="685958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0435F3-CE51-FE47-901D-12AFFB0ECEA9}" type="datetime1">
              <a:rPr lang="en-JM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17/10/2023</a:t>
            </a:fld>
            <a:endParaRPr lang="en-JM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JM">
                <a:solidFill>
                  <a:prstClr val="white">
                    <a:lumMod val="65000"/>
                  </a:prstClr>
                </a:solidFill>
              </a:rPr>
              <a:t>WWW.DESIGNERSPARADISE.COM</a:t>
            </a:r>
            <a:endParaRPr lang="en-JM" dirty="0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1294096"/>
      </p:ext>
    </p:extLst>
  </p:cSld>
  <p:clrMapOvr>
    <a:masterClrMapping/>
  </p:clrMapOvr>
  <p:transition spd="slow">
    <p:wipe dir="r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0435F3-CE51-FE47-901D-12AFFB0ECEA9}" type="datetime1">
              <a:rPr lang="en-JM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17/10/2023</a:t>
            </a:fld>
            <a:endParaRPr lang="en-JM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iHei Pro" panose="020B0500000000000000" pitchFamily="34" charset="-122"/>
                <a:ea typeface="LiHei Pro" panose="020B0500000000000000" pitchFamily="34" charset="-122"/>
              </a:defRPr>
            </a:lvl1pPr>
          </a:lstStyle>
          <a:p>
            <a:pPr>
              <a:defRPr/>
            </a:pPr>
            <a:r>
              <a:rPr lang="en-JM">
                <a:solidFill>
                  <a:prstClr val="white">
                    <a:lumMod val="65000"/>
                  </a:prstClr>
                </a:solidFill>
              </a:rPr>
              <a:t>xiaoer.yanj.cn</a:t>
            </a:r>
            <a:endParaRPr lang="en-JM" dirty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</a:defRPr>
            </a:lvl1pPr>
          </a:lstStyle>
          <a:p>
            <a:pPr>
              <a:defRPr/>
            </a:pPr>
            <a:fld id="{857B18ED-D931-45F4-8873-1BEDAB4DC03E}" type="slidenum">
              <a:rPr lang="en-JM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JM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 flipV="1">
            <a:off x="3024904" y="479935"/>
            <a:ext cx="8365514" cy="1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1" y="195152"/>
            <a:ext cx="3125772" cy="569565"/>
            <a:chOff x="0" y="194743"/>
            <a:chExt cx="3126179" cy="569433"/>
          </a:xfrm>
        </p:grpSpPr>
        <p:sp>
          <p:nvSpPr>
            <p:cNvPr id="9" name="圆角矩形 8"/>
            <p:cNvSpPr/>
            <p:nvPr/>
          </p:nvSpPr>
          <p:spPr>
            <a:xfrm>
              <a:off x="173209" y="194743"/>
              <a:ext cx="2952970" cy="569433"/>
            </a:xfrm>
            <a:prstGeom prst="roundRect">
              <a:avLst>
                <a:gd name="adj" fmla="val 9976"/>
              </a:avLst>
            </a:prstGeom>
            <a:solidFill>
              <a:srgbClr val="01ACBE"/>
            </a:solidFill>
            <a:ln w="19050">
              <a:gradFill flip="none" rotWithShape="1">
                <a:gsLst>
                  <a:gs pos="88000">
                    <a:schemeClr val="bg1"/>
                  </a:gs>
                  <a:gs pos="0">
                    <a:schemeClr val="bg1">
                      <a:lumMod val="75000"/>
                    </a:schemeClr>
                  </a:gs>
                  <a:gs pos="71000">
                    <a:schemeClr val="bg1">
                      <a:lumMod val="85000"/>
                    </a:schemeClr>
                  </a:gs>
                  <a:gs pos="55000">
                    <a:schemeClr val="bg1"/>
                  </a:gs>
                  <a:gs pos="37000">
                    <a:schemeClr val="bg1">
                      <a:lumMod val="85000"/>
                    </a:schemeClr>
                  </a:gs>
                  <a:gs pos="2200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200000" scaled="0"/>
                <a:tileRect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0" y="290669"/>
              <a:ext cx="424561" cy="355906"/>
              <a:chOff x="469900" y="728859"/>
              <a:chExt cx="424561" cy="355906"/>
            </a:xfrm>
          </p:grpSpPr>
          <p:sp>
            <p:nvSpPr>
              <p:cNvPr id="11" name="椭圆 10"/>
              <p:cNvSpPr/>
              <p:nvPr/>
            </p:nvSpPr>
            <p:spPr>
              <a:xfrm rot="16200000">
                <a:off x="738264" y="928568"/>
                <a:ext cx="156198" cy="156196"/>
              </a:xfrm>
              <a:prstGeom prst="ellipse">
                <a:avLst/>
              </a:prstGeom>
              <a:gradFill>
                <a:gsLst>
                  <a:gs pos="75000">
                    <a:schemeClr val="bg1">
                      <a:lumMod val="95000"/>
                    </a:schemeClr>
                  </a:gs>
                  <a:gs pos="55000">
                    <a:schemeClr val="bg1">
                      <a:lumMod val="65000"/>
                    </a:schemeClr>
                  </a:gs>
                  <a:gs pos="35000">
                    <a:schemeClr val="bg1">
                      <a:lumMod val="95000"/>
                    </a:schemeClr>
                  </a:gs>
                  <a:gs pos="17000">
                    <a:schemeClr val="bg1">
                      <a:lumMod val="6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65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 rot="16200000">
                <a:off x="752463" y="942770"/>
                <a:ext cx="127798" cy="12779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>
                <a:innerShdw blurRad="12700" dist="127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 rot="16200000">
                <a:off x="738264" y="728860"/>
                <a:ext cx="156198" cy="156196"/>
              </a:xfrm>
              <a:prstGeom prst="ellipse">
                <a:avLst/>
              </a:prstGeom>
              <a:gradFill>
                <a:gsLst>
                  <a:gs pos="75000">
                    <a:schemeClr val="bg1">
                      <a:lumMod val="95000"/>
                    </a:schemeClr>
                  </a:gs>
                  <a:gs pos="55000">
                    <a:schemeClr val="bg1">
                      <a:lumMod val="65000"/>
                    </a:schemeClr>
                  </a:gs>
                  <a:gs pos="35000">
                    <a:schemeClr val="bg1">
                      <a:lumMod val="95000"/>
                    </a:schemeClr>
                  </a:gs>
                  <a:gs pos="17000">
                    <a:schemeClr val="bg1">
                      <a:lumMod val="6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65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 rot="16200000">
                <a:off x="752463" y="743063"/>
                <a:ext cx="127798" cy="12779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>
                <a:innerShdw blurRad="12700" dist="127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圆角矩形 14"/>
              <p:cNvSpPr/>
              <p:nvPr/>
            </p:nvSpPr>
            <p:spPr>
              <a:xfrm rot="16200000">
                <a:off x="636543" y="859458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4000">
                      <a:schemeClr val="bg1">
                        <a:lumMod val="75000"/>
                      </a:schemeClr>
                    </a:gs>
                    <a:gs pos="78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  <a:tileRect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圆角矩形 15"/>
              <p:cNvSpPr/>
              <p:nvPr/>
            </p:nvSpPr>
            <p:spPr>
              <a:xfrm rot="16200000">
                <a:off x="636543" y="809416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3000">
                      <a:schemeClr val="bg1">
                        <a:lumMod val="75000"/>
                      </a:schemeClr>
                    </a:gs>
                    <a:gs pos="79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  <a:tileRect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圆角矩形 16"/>
              <p:cNvSpPr/>
              <p:nvPr/>
            </p:nvSpPr>
            <p:spPr>
              <a:xfrm rot="16200000">
                <a:off x="636543" y="655035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4000">
                      <a:schemeClr val="bg1">
                        <a:lumMod val="75000"/>
                      </a:schemeClr>
                    </a:gs>
                    <a:gs pos="78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  <a:tileRect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圆角矩形 17"/>
              <p:cNvSpPr/>
              <p:nvPr/>
            </p:nvSpPr>
            <p:spPr>
              <a:xfrm rot="16200000">
                <a:off x="636543" y="604992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3000">
                      <a:schemeClr val="bg1">
                        <a:lumMod val="75000"/>
                      </a:schemeClr>
                    </a:gs>
                    <a:gs pos="79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  <a:tileRect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19" name="组合 18"/>
          <p:cNvGrpSpPr/>
          <p:nvPr userDrawn="1"/>
        </p:nvGrpSpPr>
        <p:grpSpPr>
          <a:xfrm>
            <a:off x="11352323" y="175669"/>
            <a:ext cx="838091" cy="743984"/>
            <a:chOff x="39833" y="101457"/>
            <a:chExt cx="838200" cy="743812"/>
          </a:xfrm>
        </p:grpSpPr>
        <p:grpSp>
          <p:nvGrpSpPr>
            <p:cNvPr id="20" name="组合 19"/>
            <p:cNvGrpSpPr/>
            <p:nvPr userDrawn="1"/>
          </p:nvGrpSpPr>
          <p:grpSpPr>
            <a:xfrm>
              <a:off x="130195" y="101457"/>
              <a:ext cx="647560" cy="567974"/>
              <a:chOff x="257420" y="226345"/>
              <a:chExt cx="540747" cy="474289"/>
            </a:xfrm>
          </p:grpSpPr>
          <p:pic>
            <p:nvPicPr>
              <p:cNvPr id="22" name="图片 21"/>
              <p:cNvPicPr>
                <a:picLocks noChangeAspect="1"/>
              </p:cNvPicPr>
              <p:nvPr userDrawn="1"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7420" y="226345"/>
                <a:ext cx="472830" cy="472830"/>
              </a:xfrm>
              <a:prstGeom prst="rect">
                <a:avLst/>
              </a:prstGeom>
            </p:spPr>
          </p:pic>
          <p:pic>
            <p:nvPicPr>
              <p:cNvPr id="23" name="图片 22"/>
              <p:cNvPicPr>
                <a:picLocks noChangeAspect="1"/>
              </p:cNvPicPr>
              <p:nvPr userDrawn="1"/>
            </p:nvPicPr>
            <p:blipFill rotWithShape="1">
              <a:blip r:embed="rId3">
                <a:grayscl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colorTemperature colorTemp="2000"/>
                        </a14:imgEffect>
                      </a14:imgLayer>
                    </a14:imgProps>
                  </a:ext>
                </a:extLst>
              </a:blip>
              <a:srcRect b="72279"/>
              <a:stretch/>
            </p:blipFill>
            <p:spPr>
              <a:xfrm flipH="1">
                <a:off x="265701" y="654915"/>
                <a:ext cx="532466" cy="45719"/>
              </a:xfrm>
              <a:prstGeom prst="rect">
                <a:avLst/>
              </a:prstGeom>
            </p:spPr>
          </p:pic>
        </p:grpSp>
        <p:sp>
          <p:nvSpPr>
            <p:cNvPr id="21" name="文本框 20"/>
            <p:cNvSpPr txBox="1"/>
            <p:nvPr userDrawn="1"/>
          </p:nvSpPr>
          <p:spPr>
            <a:xfrm>
              <a:off x="39833" y="629875"/>
              <a:ext cx="838200" cy="2153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迷你简汉真广标" panose="02010609000101010101" pitchFamily="49" charset="-122"/>
                  <a:ea typeface="迷你简汉真广标" panose="02010609000101010101" pitchFamily="49" charset="-122"/>
                  <a:cs typeface="+mn-cs"/>
                </a:rPr>
                <a:t>By </a:t>
              </a:r>
              <a:r>
                <a: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迷你简汉真广标" panose="02010609000101010101" pitchFamily="49" charset="-122"/>
                  <a:ea typeface="迷你简汉真广标" panose="02010609000101010101" pitchFamily="49" charset="-122"/>
                  <a:cs typeface="+mn-cs"/>
                </a:rPr>
                <a:t>杜小二</a:t>
              </a:r>
            </a:p>
          </p:txBody>
        </p:sp>
      </p:grpSp>
      <p:sp>
        <p:nvSpPr>
          <p:cNvPr id="24" name="标题占位符 1"/>
          <p:cNvSpPr>
            <a:spLocks noGrp="1"/>
          </p:cNvSpPr>
          <p:nvPr>
            <p:ph type="title"/>
          </p:nvPr>
        </p:nvSpPr>
        <p:spPr>
          <a:xfrm>
            <a:off x="416259" y="206382"/>
            <a:ext cx="3050391" cy="547102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>
            <a:lvl1pPr>
              <a:defRPr sz="1800">
                <a:solidFill>
                  <a:schemeClr val="bg1"/>
                </a:solidFill>
                <a:latin typeface="迷你简汉真广标" panose="02010609000101010101" pitchFamily="49" charset="-122"/>
                <a:ea typeface="迷你简汉真广标" panose="0201060900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18163827"/>
      </p:ext>
    </p:extLst>
  </p:cSld>
  <p:clrMapOvr>
    <a:masterClrMapping/>
  </p:clrMapOvr>
  <p:transition spd="slow">
    <p:wipe dir="r"/>
  </p:transition>
  <p:hf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"/>
          <p:cNvSpPr/>
          <p:nvPr userDrawn="1"/>
        </p:nvSpPr>
        <p:spPr>
          <a:xfrm>
            <a:off x="-8905" y="0"/>
            <a:ext cx="12202286" cy="6859588"/>
          </a:xfrm>
          <a:prstGeom prst="rect">
            <a:avLst/>
          </a:prstGeom>
          <a:gradFill flip="none" rotWithShape="1">
            <a:gsLst>
              <a:gs pos="0">
                <a:srgbClr val="77458B"/>
              </a:gs>
              <a:gs pos="100000">
                <a:srgbClr val="4F2D5D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JM" sz="1800" b="0" i="0" u="none" strike="noStrike" kern="1200" cap="none" spc="0" normalizeH="0" baseline="0" noProof="0" dirty="0">
              <a:ln>
                <a:noFill/>
              </a:ln>
              <a:solidFill>
                <a:srgbClr val="F34F57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620504-D840-6A40-90BC-6F3747762FA2}" type="datetime1">
              <a:rPr lang="en-JM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17/10/2023</a:t>
            </a:fld>
            <a:endParaRPr lang="en-JM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2136213"/>
      </p:ext>
    </p:extLst>
  </p:cSld>
  <p:clrMapOvr>
    <a:masterClrMapping/>
  </p:clrMapOvr>
  <p:transition spd="slow">
    <p:wipe dir="r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exa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413" cy="685958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0435F3-CE51-FE47-901D-12AFFB0ECEA9}" type="datetime1">
              <a:rPr lang="en-JM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17/10/2023</a:t>
            </a:fld>
            <a:endParaRPr lang="en-JM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JM">
                <a:solidFill>
                  <a:prstClr val="white">
                    <a:lumMod val="65000"/>
                  </a:prstClr>
                </a:solidFill>
              </a:rPr>
              <a:t>WWW.DESIGNERSPARADISE.COM</a:t>
            </a:r>
            <a:endParaRPr lang="en-JM" dirty="0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3950714"/>
      </p:ext>
    </p:extLst>
  </p:cSld>
  <p:clrMapOvr>
    <a:masterClrMapping/>
  </p:clrMapOvr>
  <p:transition spd="slow">
    <p:wipe dir="r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0435F3-CE51-FE47-901D-12AFFB0ECEA9}" type="datetime1">
              <a:rPr lang="en-JM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17/10/2023</a:t>
            </a:fld>
            <a:endParaRPr lang="en-JM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iHei Pro" panose="020B0500000000000000" pitchFamily="34" charset="-122"/>
                <a:ea typeface="LiHei Pro" panose="020B0500000000000000" pitchFamily="34" charset="-122"/>
              </a:defRPr>
            </a:lvl1pPr>
          </a:lstStyle>
          <a:p>
            <a:pPr>
              <a:defRPr/>
            </a:pPr>
            <a:r>
              <a:rPr lang="en-JM">
                <a:solidFill>
                  <a:prstClr val="white">
                    <a:lumMod val="65000"/>
                  </a:prstClr>
                </a:solidFill>
              </a:rPr>
              <a:t>xiaoer.yanj.cn</a:t>
            </a:r>
            <a:endParaRPr lang="en-JM" dirty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</a:defRPr>
            </a:lvl1pPr>
          </a:lstStyle>
          <a:p>
            <a:pPr>
              <a:defRPr/>
            </a:pPr>
            <a:fld id="{857B18ED-D931-45F4-8873-1BEDAB4DC03E}" type="slidenum">
              <a:rPr lang="en-JM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JM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 flipV="1">
            <a:off x="3024904" y="479935"/>
            <a:ext cx="8365514" cy="1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1" y="195152"/>
            <a:ext cx="3125772" cy="569565"/>
            <a:chOff x="0" y="194743"/>
            <a:chExt cx="3126179" cy="569433"/>
          </a:xfrm>
        </p:grpSpPr>
        <p:sp>
          <p:nvSpPr>
            <p:cNvPr id="9" name="圆角矩形 8"/>
            <p:cNvSpPr/>
            <p:nvPr/>
          </p:nvSpPr>
          <p:spPr>
            <a:xfrm>
              <a:off x="173209" y="194743"/>
              <a:ext cx="2952970" cy="569433"/>
            </a:xfrm>
            <a:prstGeom prst="roundRect">
              <a:avLst>
                <a:gd name="adj" fmla="val 9976"/>
              </a:avLst>
            </a:prstGeom>
            <a:solidFill>
              <a:srgbClr val="01ACBE"/>
            </a:solidFill>
            <a:ln w="19050">
              <a:gradFill flip="none" rotWithShape="1">
                <a:gsLst>
                  <a:gs pos="88000">
                    <a:schemeClr val="bg1"/>
                  </a:gs>
                  <a:gs pos="0">
                    <a:schemeClr val="bg1">
                      <a:lumMod val="75000"/>
                    </a:schemeClr>
                  </a:gs>
                  <a:gs pos="71000">
                    <a:schemeClr val="bg1">
                      <a:lumMod val="85000"/>
                    </a:schemeClr>
                  </a:gs>
                  <a:gs pos="55000">
                    <a:schemeClr val="bg1"/>
                  </a:gs>
                  <a:gs pos="37000">
                    <a:schemeClr val="bg1">
                      <a:lumMod val="85000"/>
                    </a:schemeClr>
                  </a:gs>
                  <a:gs pos="2200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200000" scaled="0"/>
                <a:tileRect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0" y="290669"/>
              <a:ext cx="424561" cy="355906"/>
              <a:chOff x="469900" y="728859"/>
              <a:chExt cx="424561" cy="355906"/>
            </a:xfrm>
          </p:grpSpPr>
          <p:sp>
            <p:nvSpPr>
              <p:cNvPr id="11" name="椭圆 10"/>
              <p:cNvSpPr/>
              <p:nvPr/>
            </p:nvSpPr>
            <p:spPr>
              <a:xfrm rot="16200000">
                <a:off x="738264" y="928568"/>
                <a:ext cx="156198" cy="156196"/>
              </a:xfrm>
              <a:prstGeom prst="ellipse">
                <a:avLst/>
              </a:prstGeom>
              <a:gradFill>
                <a:gsLst>
                  <a:gs pos="75000">
                    <a:schemeClr val="bg1">
                      <a:lumMod val="95000"/>
                    </a:schemeClr>
                  </a:gs>
                  <a:gs pos="55000">
                    <a:schemeClr val="bg1">
                      <a:lumMod val="65000"/>
                    </a:schemeClr>
                  </a:gs>
                  <a:gs pos="35000">
                    <a:schemeClr val="bg1">
                      <a:lumMod val="95000"/>
                    </a:schemeClr>
                  </a:gs>
                  <a:gs pos="17000">
                    <a:schemeClr val="bg1">
                      <a:lumMod val="6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65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 rot="16200000">
                <a:off x="752463" y="942770"/>
                <a:ext cx="127798" cy="12779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>
                <a:innerShdw blurRad="12700" dist="127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 rot="16200000">
                <a:off x="738264" y="728860"/>
                <a:ext cx="156198" cy="156196"/>
              </a:xfrm>
              <a:prstGeom prst="ellipse">
                <a:avLst/>
              </a:prstGeom>
              <a:gradFill>
                <a:gsLst>
                  <a:gs pos="75000">
                    <a:schemeClr val="bg1">
                      <a:lumMod val="95000"/>
                    </a:schemeClr>
                  </a:gs>
                  <a:gs pos="55000">
                    <a:schemeClr val="bg1">
                      <a:lumMod val="65000"/>
                    </a:schemeClr>
                  </a:gs>
                  <a:gs pos="35000">
                    <a:schemeClr val="bg1">
                      <a:lumMod val="95000"/>
                    </a:schemeClr>
                  </a:gs>
                  <a:gs pos="17000">
                    <a:schemeClr val="bg1">
                      <a:lumMod val="6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65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 rot="16200000">
                <a:off x="752463" y="743063"/>
                <a:ext cx="127798" cy="12779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>
                <a:innerShdw blurRad="12700" dist="127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圆角矩形 14"/>
              <p:cNvSpPr/>
              <p:nvPr/>
            </p:nvSpPr>
            <p:spPr>
              <a:xfrm rot="16200000">
                <a:off x="636543" y="859458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4000">
                      <a:schemeClr val="bg1">
                        <a:lumMod val="75000"/>
                      </a:schemeClr>
                    </a:gs>
                    <a:gs pos="78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  <a:tileRect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圆角矩形 15"/>
              <p:cNvSpPr/>
              <p:nvPr/>
            </p:nvSpPr>
            <p:spPr>
              <a:xfrm rot="16200000">
                <a:off x="636543" y="809416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3000">
                      <a:schemeClr val="bg1">
                        <a:lumMod val="75000"/>
                      </a:schemeClr>
                    </a:gs>
                    <a:gs pos="79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  <a:tileRect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圆角矩形 16"/>
              <p:cNvSpPr/>
              <p:nvPr/>
            </p:nvSpPr>
            <p:spPr>
              <a:xfrm rot="16200000">
                <a:off x="636543" y="655035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4000">
                      <a:schemeClr val="bg1">
                        <a:lumMod val="75000"/>
                      </a:schemeClr>
                    </a:gs>
                    <a:gs pos="78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  <a:tileRect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圆角矩形 17"/>
              <p:cNvSpPr/>
              <p:nvPr/>
            </p:nvSpPr>
            <p:spPr>
              <a:xfrm rot="16200000">
                <a:off x="636543" y="604992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3000">
                      <a:schemeClr val="bg1">
                        <a:lumMod val="75000"/>
                      </a:schemeClr>
                    </a:gs>
                    <a:gs pos="79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  <a:tileRect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19" name="组合 18"/>
          <p:cNvGrpSpPr/>
          <p:nvPr userDrawn="1"/>
        </p:nvGrpSpPr>
        <p:grpSpPr>
          <a:xfrm>
            <a:off x="11352323" y="175669"/>
            <a:ext cx="838091" cy="743984"/>
            <a:chOff x="39833" y="101457"/>
            <a:chExt cx="838200" cy="743812"/>
          </a:xfrm>
        </p:grpSpPr>
        <p:grpSp>
          <p:nvGrpSpPr>
            <p:cNvPr id="20" name="组合 19"/>
            <p:cNvGrpSpPr/>
            <p:nvPr userDrawn="1"/>
          </p:nvGrpSpPr>
          <p:grpSpPr>
            <a:xfrm>
              <a:off x="130195" y="101457"/>
              <a:ext cx="647560" cy="567974"/>
              <a:chOff x="257420" y="226345"/>
              <a:chExt cx="540747" cy="474289"/>
            </a:xfrm>
          </p:grpSpPr>
          <p:pic>
            <p:nvPicPr>
              <p:cNvPr id="22" name="图片 21"/>
              <p:cNvPicPr>
                <a:picLocks noChangeAspect="1"/>
              </p:cNvPicPr>
              <p:nvPr userDrawn="1"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7420" y="226345"/>
                <a:ext cx="472830" cy="472830"/>
              </a:xfrm>
              <a:prstGeom prst="rect">
                <a:avLst/>
              </a:prstGeom>
            </p:spPr>
          </p:pic>
          <p:pic>
            <p:nvPicPr>
              <p:cNvPr id="23" name="图片 22"/>
              <p:cNvPicPr>
                <a:picLocks noChangeAspect="1"/>
              </p:cNvPicPr>
              <p:nvPr userDrawn="1"/>
            </p:nvPicPr>
            <p:blipFill rotWithShape="1">
              <a:blip r:embed="rId3">
                <a:grayscl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colorTemperature colorTemp="2000"/>
                        </a14:imgEffect>
                      </a14:imgLayer>
                    </a14:imgProps>
                  </a:ext>
                </a:extLst>
              </a:blip>
              <a:srcRect b="72279"/>
              <a:stretch/>
            </p:blipFill>
            <p:spPr>
              <a:xfrm flipH="1">
                <a:off x="265701" y="654915"/>
                <a:ext cx="532466" cy="45719"/>
              </a:xfrm>
              <a:prstGeom prst="rect">
                <a:avLst/>
              </a:prstGeom>
            </p:spPr>
          </p:pic>
        </p:grpSp>
        <p:sp>
          <p:nvSpPr>
            <p:cNvPr id="21" name="文本框 20"/>
            <p:cNvSpPr txBox="1"/>
            <p:nvPr userDrawn="1"/>
          </p:nvSpPr>
          <p:spPr>
            <a:xfrm>
              <a:off x="39833" y="629875"/>
              <a:ext cx="838200" cy="2153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迷你简汉真广标" panose="02010609000101010101" pitchFamily="49" charset="-122"/>
                  <a:ea typeface="迷你简汉真广标" panose="02010609000101010101" pitchFamily="49" charset="-122"/>
                  <a:cs typeface="+mn-cs"/>
                </a:rPr>
                <a:t>By </a:t>
              </a:r>
              <a:r>
                <a: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迷你简汉真广标" panose="02010609000101010101" pitchFamily="49" charset="-122"/>
                  <a:ea typeface="迷你简汉真广标" panose="02010609000101010101" pitchFamily="49" charset="-122"/>
                  <a:cs typeface="+mn-cs"/>
                </a:rPr>
                <a:t>杜小二</a:t>
              </a:r>
            </a:p>
          </p:txBody>
        </p:sp>
      </p:grpSp>
      <p:sp>
        <p:nvSpPr>
          <p:cNvPr id="24" name="标题占位符 1"/>
          <p:cNvSpPr>
            <a:spLocks noGrp="1"/>
          </p:cNvSpPr>
          <p:nvPr>
            <p:ph type="title"/>
          </p:nvPr>
        </p:nvSpPr>
        <p:spPr>
          <a:xfrm>
            <a:off x="416259" y="206382"/>
            <a:ext cx="3050391" cy="547102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>
            <a:lvl1pPr>
              <a:defRPr sz="1800">
                <a:solidFill>
                  <a:schemeClr val="bg1"/>
                </a:solidFill>
                <a:latin typeface="迷你简汉真广标" panose="02010609000101010101" pitchFamily="49" charset="-122"/>
                <a:ea typeface="迷你简汉真广标" panose="0201060900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552026902"/>
      </p:ext>
    </p:extLst>
  </p:cSld>
  <p:clrMapOvr>
    <a:masterClrMapping/>
  </p:clrMapOvr>
  <p:transition spd="slow">
    <p:wipe dir="r"/>
  </p:transition>
  <p:hf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"/>
          <p:cNvSpPr/>
          <p:nvPr userDrawn="1"/>
        </p:nvSpPr>
        <p:spPr>
          <a:xfrm>
            <a:off x="-8905" y="0"/>
            <a:ext cx="12202286" cy="6859588"/>
          </a:xfrm>
          <a:prstGeom prst="rect">
            <a:avLst/>
          </a:prstGeom>
          <a:gradFill flip="none" rotWithShape="1">
            <a:gsLst>
              <a:gs pos="0">
                <a:srgbClr val="77458B"/>
              </a:gs>
              <a:gs pos="100000">
                <a:srgbClr val="4F2D5D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JM" sz="1800" b="0" i="0" u="none" strike="noStrike" kern="1200" cap="none" spc="0" normalizeH="0" baseline="0" noProof="0" dirty="0">
              <a:ln>
                <a:noFill/>
              </a:ln>
              <a:solidFill>
                <a:srgbClr val="F34F57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620504-D840-6A40-90BC-6F3747762FA2}" type="datetime1">
              <a:rPr lang="en-JM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17/10/2023</a:t>
            </a:fld>
            <a:endParaRPr lang="en-JM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5925690"/>
      </p:ext>
    </p:extLst>
  </p:cSld>
  <p:clrMapOvr>
    <a:masterClrMapping/>
  </p:clrMapOvr>
  <p:transition spd="slow">
    <p:wipe dir="r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282" y="2130922"/>
            <a:ext cx="10361851" cy="14703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563" y="3887100"/>
            <a:ext cx="8533289" cy="175300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06E9206-D2D6-4057-92D4-39C87A03E66D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10/17/2023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626290"/>
      </p:ext>
    </p:extLst>
  </p:cSld>
  <p:clrMapOvr>
    <a:masterClrMapping/>
  </p:clrMapOvr>
  <p:transition spd="slow">
    <p:wipe dir="r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052E9E1-D97D-4C90-BB96-FA1ED58B786F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10/17/2023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562813"/>
      </p:ext>
    </p:extLst>
  </p:cSld>
  <p:clrMapOvr>
    <a:masterClrMapping/>
  </p:clrMapOvr>
  <p:transition spd="slow">
    <p:wipe dir="r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960" y="4407923"/>
            <a:ext cx="10361851" cy="1362390"/>
          </a:xfrm>
        </p:spPr>
        <p:txBody>
          <a:bodyPr anchor="t"/>
          <a:lstStyle>
            <a:lvl1pPr algn="l">
              <a:defRPr sz="54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960" y="2907387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14779EE-1E16-4CC5-A459-C716090F6017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10/17/2023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1570088"/>
      </p:ext>
    </p:extLst>
  </p:cSld>
  <p:clrMapOvr>
    <a:masterClrMapping/>
  </p:clrMapOvr>
  <p:transition spd="slow">
    <p:wipe dir="r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22" y="1600572"/>
            <a:ext cx="5384099" cy="4527011"/>
          </a:xfrm>
        </p:spPr>
        <p:txBody>
          <a:bodyPr/>
          <a:lstStyle>
            <a:lvl1pPr>
              <a:defRPr sz="38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6794" y="1600572"/>
            <a:ext cx="5384099" cy="4527011"/>
          </a:xfrm>
        </p:spPr>
        <p:txBody>
          <a:bodyPr/>
          <a:lstStyle>
            <a:lvl1pPr>
              <a:defRPr sz="38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3311C9F-D64E-4824-A709-CF61DE4E0BDD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10/17/2023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661496"/>
      </p:ext>
    </p:extLst>
  </p:cSld>
  <p:clrMapOvr>
    <a:masterClrMapping/>
  </p:clrMapOvr>
  <p:transition spd="slow">
    <p:wipe dir="r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22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700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200" b="1"/>
            </a:lvl4pPr>
            <a:lvl5pPr marL="2438339" indent="0">
              <a:buNone/>
              <a:defRPr sz="2200" b="1"/>
            </a:lvl5pPr>
            <a:lvl6pPr marL="3047924" indent="0">
              <a:buNone/>
              <a:defRPr sz="2200" b="1"/>
            </a:lvl6pPr>
            <a:lvl7pPr marL="3657509" indent="0">
              <a:buNone/>
              <a:defRPr sz="2200" b="1"/>
            </a:lvl7pPr>
            <a:lvl8pPr marL="4267093" indent="0">
              <a:buNone/>
              <a:defRPr sz="2200" b="1"/>
            </a:lvl8pPr>
            <a:lvl9pPr marL="4876678" indent="0">
              <a:buNone/>
              <a:defRPr sz="2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22" y="2175380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2567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700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200" b="1"/>
            </a:lvl4pPr>
            <a:lvl5pPr marL="2438339" indent="0">
              <a:buNone/>
              <a:defRPr sz="2200" b="1"/>
            </a:lvl5pPr>
            <a:lvl6pPr marL="3047924" indent="0">
              <a:buNone/>
              <a:defRPr sz="2200" b="1"/>
            </a:lvl6pPr>
            <a:lvl7pPr marL="3657509" indent="0">
              <a:buNone/>
              <a:defRPr sz="2200" b="1"/>
            </a:lvl7pPr>
            <a:lvl8pPr marL="4267093" indent="0">
              <a:buNone/>
              <a:defRPr sz="2200" b="1"/>
            </a:lvl8pPr>
            <a:lvl9pPr marL="4876678" indent="0">
              <a:buNone/>
              <a:defRPr sz="2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2567" y="2175380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A4318BD-B3C6-4D4B-B871-C29490A2E55A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10/17/2023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9414329"/>
      </p:ext>
    </p:extLst>
  </p:cSld>
  <p:clrMapOvr>
    <a:masterClrMapping/>
  </p:clrMapOvr>
  <p:transition spd="slow">
    <p:wipe dir="r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14CAFC4-799C-4CDE-B92B-8C262F06CF3E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10/17/2023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0117460"/>
      </p:ext>
    </p:extLst>
  </p:cSld>
  <p:clrMapOvr>
    <a:masterClrMapping/>
  </p:clrMapOvr>
  <p:transition spd="slow">
    <p:wipe dir="r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 userDrawn="1"/>
        </p:nvSpPr>
        <p:spPr>
          <a:xfrm>
            <a:off x="1139485" y="1031497"/>
            <a:ext cx="9911444" cy="42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圆角矩形 5"/>
          <p:cNvSpPr/>
          <p:nvPr userDrawn="1"/>
        </p:nvSpPr>
        <p:spPr>
          <a:xfrm>
            <a:off x="5899289" y="6453393"/>
            <a:ext cx="391838" cy="2201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E729073-8FFE-4F18-B513-07581FC6638E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10/17/2023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4672992" y="6397708"/>
            <a:ext cx="2844430" cy="365210"/>
          </a:xfrm>
        </p:spPr>
        <p:txBody>
          <a:bodyPr/>
          <a:lstStyle>
            <a:lvl1pPr algn="ctr">
              <a:defRPr>
                <a:latin typeface="ITC Avant Garde Std Bk" panose="020B0502020202020204" pitchFamily="34" charset="0"/>
              </a:defRPr>
            </a:lvl1pPr>
          </a:lstStyle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6887435"/>
      </p:ext>
    </p:extLst>
  </p:cSld>
  <p:clrMapOvr>
    <a:masterClrMapping/>
  </p:clrMapOvr>
  <p:transition spd="slow">
    <p:wipe dir="r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5321500"/>
      </p:ext>
    </p:extLst>
  </p:cSld>
  <p:clrMapOvr>
    <a:masterClrMapping/>
  </p:clrMapOvr>
  <p:transition spd="slow">
    <p:wipe dir="r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24" y="273113"/>
            <a:ext cx="4010562" cy="1162320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113" y="273117"/>
            <a:ext cx="6814780" cy="5854468"/>
          </a:xfrm>
        </p:spPr>
        <p:txBody>
          <a:bodyPr/>
          <a:lstStyle>
            <a:lvl1pPr>
              <a:defRPr sz="4300"/>
            </a:lvl1pPr>
            <a:lvl2pPr>
              <a:defRPr sz="38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24" y="1435437"/>
            <a:ext cx="4010562" cy="4692149"/>
          </a:xfrm>
        </p:spPr>
        <p:txBody>
          <a:bodyPr/>
          <a:lstStyle>
            <a:lvl1pPr marL="0" indent="0">
              <a:buNone/>
              <a:defRPr sz="1900"/>
            </a:lvl1pPr>
            <a:lvl2pPr marL="609585" indent="0">
              <a:buNone/>
              <a:defRPr sz="1600"/>
            </a:lvl2pPr>
            <a:lvl3pPr marL="1219170" indent="0">
              <a:buNone/>
              <a:defRPr sz="1400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C7FCF6-76BD-4495-B08F-4C059D2BA31F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10/17/2023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1293340"/>
      </p:ext>
    </p:extLst>
  </p:cSld>
  <p:clrMapOvr>
    <a:masterClrMapping/>
  </p:clrMapOvr>
  <p:transition spd="slow">
    <p:wipe dir="r"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406" y="4801714"/>
            <a:ext cx="7314248" cy="566870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406" y="612918"/>
            <a:ext cx="7314248" cy="4115753"/>
          </a:xfrm>
        </p:spPr>
        <p:txBody>
          <a:bodyPr/>
          <a:lstStyle>
            <a:lvl1pPr marL="0" indent="0">
              <a:buNone/>
              <a:defRPr sz="4300"/>
            </a:lvl1pPr>
            <a:lvl2pPr marL="609585" indent="0">
              <a:buNone/>
              <a:defRPr sz="3800"/>
            </a:lvl2pPr>
            <a:lvl3pPr marL="1219170" indent="0">
              <a:buNone/>
              <a:defRPr sz="3200"/>
            </a:lvl3pPr>
            <a:lvl4pPr marL="1828754" indent="0">
              <a:buNone/>
              <a:defRPr sz="2700"/>
            </a:lvl4pPr>
            <a:lvl5pPr marL="2438339" indent="0">
              <a:buNone/>
              <a:defRPr sz="2700"/>
            </a:lvl5pPr>
            <a:lvl6pPr marL="3047924" indent="0">
              <a:buNone/>
              <a:defRPr sz="2700"/>
            </a:lvl6pPr>
            <a:lvl7pPr marL="3657509" indent="0">
              <a:buNone/>
              <a:defRPr sz="2700"/>
            </a:lvl7pPr>
            <a:lvl8pPr marL="4267093" indent="0">
              <a:buNone/>
              <a:defRPr sz="2700"/>
            </a:lvl8pPr>
            <a:lvl9pPr marL="4876678" indent="0">
              <a:buNone/>
              <a:defRPr sz="27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406" y="5368584"/>
            <a:ext cx="7314248" cy="805049"/>
          </a:xfrm>
        </p:spPr>
        <p:txBody>
          <a:bodyPr/>
          <a:lstStyle>
            <a:lvl1pPr marL="0" indent="0">
              <a:buNone/>
              <a:defRPr sz="1900"/>
            </a:lvl1pPr>
            <a:lvl2pPr marL="609585" indent="0">
              <a:buNone/>
              <a:defRPr sz="1600"/>
            </a:lvl2pPr>
            <a:lvl3pPr marL="1219170" indent="0">
              <a:buNone/>
              <a:defRPr sz="1400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57577C-F53D-4BB9-9408-EB84DEB3CD80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10/17/2023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7326704"/>
      </p:ext>
    </p:extLst>
  </p:cSld>
  <p:clrMapOvr>
    <a:masterClrMapping/>
  </p:clrMapOvr>
  <p:transition spd="slow">
    <p:wipe dir="r"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7D58058-BD14-4845-947D-4A9B79A00D09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10/17/2023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38530"/>
      </p:ext>
    </p:extLst>
  </p:cSld>
  <p:clrMapOvr>
    <a:masterClrMapping/>
  </p:clrMapOvr>
  <p:transition spd="slow">
    <p:wipe dir="r"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050" y="274704"/>
            <a:ext cx="2742843" cy="58528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22" y="274704"/>
            <a:ext cx="8025355" cy="58528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ECB469-C949-4E3F-B0CB-0C15DA7B7F92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10/17/2023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4671184"/>
      </p:ext>
    </p:extLst>
  </p:cSld>
  <p:clrMapOvr>
    <a:masterClrMapping/>
  </p:clrMapOvr>
  <p:transition spd="slow">
    <p:wipe dir="r"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1125951"/>
      </p:ext>
    </p:extLst>
  </p:cSld>
  <p:clrMapOvr>
    <a:masterClrMapping/>
  </p:clrMapOvr>
  <p:transition spd="slow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8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theme" Target="../theme/theme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092" y="365211"/>
            <a:ext cx="10514231" cy="1325870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92" y="1826048"/>
            <a:ext cx="10514231" cy="4352346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092" y="6357823"/>
            <a:ext cx="2742843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4388EF-52D1-4258-9BE5-BCD010C7D4DE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075" y="6357823"/>
            <a:ext cx="4114264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480" y="6357823"/>
            <a:ext cx="2742843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3EE65E-57D2-4566-898C-4F2076833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402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r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exa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413" cy="68595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21" y="355683"/>
            <a:ext cx="10971372" cy="1143265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JM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21" y="1600573"/>
            <a:ext cx="10971372" cy="4166564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M" dirty="0"/>
          </a:p>
        </p:txBody>
      </p:sp>
      <p:sp>
        <p:nvSpPr>
          <p:cNvPr id="11" name="Freeform 5"/>
          <p:cNvSpPr>
            <a:spLocks/>
          </p:cNvSpPr>
          <p:nvPr userDrawn="1"/>
        </p:nvSpPr>
        <p:spPr bwMode="auto">
          <a:xfrm rot="5400000">
            <a:off x="11245248" y="6045087"/>
            <a:ext cx="541705" cy="479936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97000"/>
                </a:schemeClr>
              </a:gs>
              <a:gs pos="2000">
                <a:schemeClr val="bg1">
                  <a:lumMod val="83000"/>
                </a:schemeClr>
              </a:gs>
            </a:gsLst>
            <a:lin ang="18900000" scaled="0"/>
            <a:tileRect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0000"/>
                  </a:schemeClr>
                </a:gs>
              </a:gsLst>
              <a:lin ang="18900000" scaled="0"/>
              <a:tileRect/>
            </a:gradFill>
          </a:ln>
          <a:effectLst>
            <a:outerShdw blurRad="165100" dist="762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39636" y="177842"/>
            <a:ext cx="2844430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620504-D840-6A40-90BC-6F3747762FA2}" type="datetime1">
              <a:rPr lang="en-JM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17/10/2023</a:t>
            </a:fld>
            <a:endParaRPr lang="en-JM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059" y="6334005"/>
            <a:ext cx="3860297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r>
              <a:rPr lang="en-JM">
                <a:solidFill>
                  <a:prstClr val="white">
                    <a:lumMod val="65000"/>
                  </a:prstClr>
                </a:solidFill>
              </a:rPr>
              <a:t>WWW.DESIGNERSPARADISE.COM</a:t>
            </a:r>
            <a:endParaRPr lang="en-JM" dirty="0">
              <a:solidFill>
                <a:prstClr val="white">
                  <a:lumMod val="65000"/>
                </a:prstClr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812694" y="6275254"/>
            <a:ext cx="10463438" cy="19604"/>
          </a:xfrm>
          <a:prstGeom prst="line">
            <a:avLst/>
          </a:prstGeom>
          <a:ln w="9525" cmpd="sng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1415" y="6145720"/>
            <a:ext cx="479938" cy="304871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 b="0"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  <a:ea typeface="Impact" panose="020B0806030902050204" pitchFamily="34" charset="0"/>
                <a:cs typeface="Impact" panose="020B0806030902050204" pitchFamily="34" charset="0"/>
              </a:defRPr>
            </a:lvl1pPr>
          </a:lstStyle>
          <a:p>
            <a:pPr>
              <a:defRPr/>
            </a:pPr>
            <a:fld id="{857B18ED-D931-45F4-8873-1BEDAB4DC03E}" type="slidenum">
              <a:rPr lang="en-JM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JM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1570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ransition spd="slow">
    <p:wipe dir="r"/>
  </p:transition>
  <p:hf hdr="0" ftr="0" dt="0"/>
  <p:txStyles>
    <p:titleStyle>
      <a:lvl1pPr algn="l" defTabSz="1219170" rtl="0" eaLnBrk="1" latinLnBrk="0" hangingPunct="1">
        <a:spcBef>
          <a:spcPct val="0"/>
        </a:spcBef>
        <a:buNone/>
        <a:defRPr sz="4600" kern="1200">
          <a:solidFill>
            <a:srgbClr val="17375E"/>
          </a:solidFill>
          <a:latin typeface="Signika"/>
          <a:ea typeface="Open Sans Extrabold" pitchFamily="34" charset="0"/>
          <a:cs typeface="Signika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rgbClr val="17375E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rgbClr val="17375E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rgbClr val="17375E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1900" kern="1200">
          <a:solidFill>
            <a:srgbClr val="17375E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1900" kern="1200">
          <a:solidFill>
            <a:srgbClr val="17375E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exa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413" cy="68595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21" y="355683"/>
            <a:ext cx="10971372" cy="1143265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JM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21" y="1600573"/>
            <a:ext cx="10971372" cy="4166564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M" dirty="0"/>
          </a:p>
        </p:txBody>
      </p:sp>
      <p:sp>
        <p:nvSpPr>
          <p:cNvPr id="11" name="Freeform 5"/>
          <p:cNvSpPr>
            <a:spLocks/>
          </p:cNvSpPr>
          <p:nvPr userDrawn="1"/>
        </p:nvSpPr>
        <p:spPr bwMode="auto">
          <a:xfrm rot="5400000">
            <a:off x="11245248" y="6045087"/>
            <a:ext cx="541705" cy="479936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97000"/>
                </a:schemeClr>
              </a:gs>
              <a:gs pos="2000">
                <a:schemeClr val="bg1">
                  <a:lumMod val="83000"/>
                </a:schemeClr>
              </a:gs>
            </a:gsLst>
            <a:lin ang="18900000" scaled="0"/>
            <a:tileRect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0000"/>
                  </a:schemeClr>
                </a:gs>
              </a:gsLst>
              <a:lin ang="18900000" scaled="0"/>
              <a:tileRect/>
            </a:gradFill>
          </a:ln>
          <a:effectLst>
            <a:outerShdw blurRad="165100" dist="762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39636" y="177842"/>
            <a:ext cx="2844430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620504-D840-6A40-90BC-6F3747762FA2}" type="datetime1">
              <a:rPr lang="en-JM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17/10/2023</a:t>
            </a:fld>
            <a:endParaRPr lang="en-JM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059" y="6334005"/>
            <a:ext cx="3860297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r>
              <a:rPr lang="en-JM">
                <a:solidFill>
                  <a:prstClr val="white">
                    <a:lumMod val="65000"/>
                  </a:prstClr>
                </a:solidFill>
              </a:rPr>
              <a:t>WWW.DESIGNERSPARADISE.COM</a:t>
            </a:r>
            <a:endParaRPr lang="en-JM" dirty="0">
              <a:solidFill>
                <a:prstClr val="white">
                  <a:lumMod val="65000"/>
                </a:prstClr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812694" y="6275254"/>
            <a:ext cx="10463438" cy="19604"/>
          </a:xfrm>
          <a:prstGeom prst="line">
            <a:avLst/>
          </a:prstGeom>
          <a:ln w="9525" cmpd="sng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1415" y="6145720"/>
            <a:ext cx="479938" cy="304871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 b="0"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  <a:ea typeface="Impact" panose="020B0806030902050204" pitchFamily="34" charset="0"/>
                <a:cs typeface="Impact" panose="020B0806030902050204" pitchFamily="34" charset="0"/>
              </a:defRPr>
            </a:lvl1pPr>
          </a:lstStyle>
          <a:p>
            <a:pPr>
              <a:defRPr/>
            </a:pPr>
            <a:fld id="{857B18ED-D931-45F4-8873-1BEDAB4DC03E}" type="slidenum">
              <a:rPr lang="en-JM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JM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7608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ransition spd="slow">
    <p:wipe dir="r"/>
  </p:transition>
  <p:hf hdr="0" ftr="0" dt="0"/>
  <p:txStyles>
    <p:titleStyle>
      <a:lvl1pPr algn="l" defTabSz="1219170" rtl="0" eaLnBrk="1" latinLnBrk="0" hangingPunct="1">
        <a:spcBef>
          <a:spcPct val="0"/>
        </a:spcBef>
        <a:buNone/>
        <a:defRPr sz="4600" kern="1200">
          <a:solidFill>
            <a:srgbClr val="17375E"/>
          </a:solidFill>
          <a:latin typeface="Signika"/>
          <a:ea typeface="Open Sans Extrabold" pitchFamily="34" charset="0"/>
          <a:cs typeface="Signika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rgbClr val="17375E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rgbClr val="17375E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rgbClr val="17375E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1900" kern="1200">
          <a:solidFill>
            <a:srgbClr val="17375E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1900" kern="1200">
          <a:solidFill>
            <a:srgbClr val="17375E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exa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413" cy="68595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21" y="355683"/>
            <a:ext cx="10971372" cy="1143265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JM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21" y="1600573"/>
            <a:ext cx="10971372" cy="4166564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M" dirty="0"/>
          </a:p>
        </p:txBody>
      </p:sp>
      <p:sp>
        <p:nvSpPr>
          <p:cNvPr id="11" name="Freeform 5"/>
          <p:cNvSpPr>
            <a:spLocks/>
          </p:cNvSpPr>
          <p:nvPr userDrawn="1"/>
        </p:nvSpPr>
        <p:spPr bwMode="auto">
          <a:xfrm rot="5400000">
            <a:off x="11245248" y="6045087"/>
            <a:ext cx="541705" cy="479936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97000"/>
                </a:schemeClr>
              </a:gs>
              <a:gs pos="2000">
                <a:schemeClr val="bg1">
                  <a:lumMod val="83000"/>
                </a:schemeClr>
              </a:gs>
            </a:gsLst>
            <a:lin ang="18900000" scaled="0"/>
            <a:tileRect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0000"/>
                  </a:schemeClr>
                </a:gs>
              </a:gsLst>
              <a:lin ang="18900000" scaled="0"/>
              <a:tileRect/>
            </a:gradFill>
          </a:ln>
          <a:effectLst>
            <a:outerShdw blurRad="165100" dist="762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39636" y="177842"/>
            <a:ext cx="2844430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620504-D840-6A40-90BC-6F3747762FA2}" type="datetime1">
              <a:rPr lang="en-JM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17/10/2023</a:t>
            </a:fld>
            <a:endParaRPr lang="en-JM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059" y="6334005"/>
            <a:ext cx="3860297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r>
              <a:rPr lang="en-JM">
                <a:solidFill>
                  <a:prstClr val="white">
                    <a:lumMod val="65000"/>
                  </a:prstClr>
                </a:solidFill>
              </a:rPr>
              <a:t>WWW.DESIGNERSPARADISE.COM</a:t>
            </a:r>
            <a:endParaRPr lang="en-JM" dirty="0">
              <a:solidFill>
                <a:prstClr val="white">
                  <a:lumMod val="65000"/>
                </a:prstClr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812694" y="6275254"/>
            <a:ext cx="10463438" cy="19604"/>
          </a:xfrm>
          <a:prstGeom prst="line">
            <a:avLst/>
          </a:prstGeom>
          <a:ln w="9525" cmpd="sng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1415" y="6145720"/>
            <a:ext cx="479938" cy="304871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 b="0"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  <a:ea typeface="Impact" panose="020B0806030902050204" pitchFamily="34" charset="0"/>
                <a:cs typeface="Impact" panose="020B0806030902050204" pitchFamily="34" charset="0"/>
              </a:defRPr>
            </a:lvl1pPr>
          </a:lstStyle>
          <a:p>
            <a:pPr>
              <a:defRPr/>
            </a:pPr>
            <a:fld id="{857B18ED-D931-45F4-8873-1BEDAB4DC03E}" type="slidenum">
              <a:rPr lang="en-JM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JM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4781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</p:sldLayoutIdLst>
  <p:transition spd="slow">
    <p:wipe dir="r"/>
  </p:transition>
  <p:hf hdr="0" ftr="0" dt="0"/>
  <p:txStyles>
    <p:titleStyle>
      <a:lvl1pPr algn="l" defTabSz="1219170" rtl="0" eaLnBrk="1" latinLnBrk="0" hangingPunct="1">
        <a:spcBef>
          <a:spcPct val="0"/>
        </a:spcBef>
        <a:buNone/>
        <a:defRPr sz="4600" kern="1200">
          <a:solidFill>
            <a:srgbClr val="17375E"/>
          </a:solidFill>
          <a:latin typeface="Signika"/>
          <a:ea typeface="Open Sans Extrabold" pitchFamily="34" charset="0"/>
          <a:cs typeface="Signika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rgbClr val="17375E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rgbClr val="17375E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rgbClr val="17375E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1900" kern="1200">
          <a:solidFill>
            <a:srgbClr val="17375E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1900" kern="1200">
          <a:solidFill>
            <a:srgbClr val="17375E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exa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413" cy="68595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21" y="355683"/>
            <a:ext cx="10971372" cy="1143265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JM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21" y="1600573"/>
            <a:ext cx="10971372" cy="4166564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M" dirty="0"/>
          </a:p>
        </p:txBody>
      </p:sp>
      <p:sp>
        <p:nvSpPr>
          <p:cNvPr id="11" name="Freeform 5"/>
          <p:cNvSpPr>
            <a:spLocks/>
          </p:cNvSpPr>
          <p:nvPr userDrawn="1"/>
        </p:nvSpPr>
        <p:spPr bwMode="auto">
          <a:xfrm rot="5400000">
            <a:off x="11245248" y="6045087"/>
            <a:ext cx="541705" cy="479936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97000"/>
                </a:schemeClr>
              </a:gs>
              <a:gs pos="2000">
                <a:schemeClr val="bg1">
                  <a:lumMod val="83000"/>
                </a:schemeClr>
              </a:gs>
            </a:gsLst>
            <a:lin ang="18900000" scaled="0"/>
            <a:tileRect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0000"/>
                  </a:schemeClr>
                </a:gs>
              </a:gsLst>
              <a:lin ang="18900000" scaled="0"/>
              <a:tileRect/>
            </a:gradFill>
          </a:ln>
          <a:effectLst>
            <a:outerShdw blurRad="165100" dist="762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39636" y="177842"/>
            <a:ext cx="2844430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620504-D840-6A40-90BC-6F3747762FA2}" type="datetime1">
              <a:rPr lang="en-JM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17/10/2023</a:t>
            </a:fld>
            <a:endParaRPr lang="en-JM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059" y="6334005"/>
            <a:ext cx="3860297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r>
              <a:rPr lang="en-JM">
                <a:solidFill>
                  <a:prstClr val="white">
                    <a:lumMod val="65000"/>
                  </a:prstClr>
                </a:solidFill>
              </a:rPr>
              <a:t>WWW.DESIGNERSPARADISE.COM</a:t>
            </a:r>
            <a:endParaRPr lang="en-JM" dirty="0">
              <a:solidFill>
                <a:prstClr val="white">
                  <a:lumMod val="65000"/>
                </a:prstClr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812694" y="6275254"/>
            <a:ext cx="10463438" cy="19604"/>
          </a:xfrm>
          <a:prstGeom prst="line">
            <a:avLst/>
          </a:prstGeom>
          <a:ln w="9525" cmpd="sng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1415" y="6145720"/>
            <a:ext cx="479938" cy="304871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 b="0"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  <a:ea typeface="Impact" panose="020B0806030902050204" pitchFamily="34" charset="0"/>
                <a:cs typeface="Impact" panose="020B0806030902050204" pitchFamily="34" charset="0"/>
              </a:defRPr>
            </a:lvl1pPr>
          </a:lstStyle>
          <a:p>
            <a:pPr>
              <a:defRPr/>
            </a:pPr>
            <a:fld id="{857B18ED-D931-45F4-8873-1BEDAB4DC03E}" type="slidenum">
              <a:rPr lang="en-JM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JM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9413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ransition spd="slow">
    <p:wipe dir="r"/>
  </p:transition>
  <p:hf hdr="0" ftr="0" dt="0"/>
  <p:txStyles>
    <p:titleStyle>
      <a:lvl1pPr algn="l" defTabSz="1219170" rtl="0" eaLnBrk="1" latinLnBrk="0" hangingPunct="1">
        <a:spcBef>
          <a:spcPct val="0"/>
        </a:spcBef>
        <a:buNone/>
        <a:defRPr sz="4600" kern="1200">
          <a:solidFill>
            <a:srgbClr val="17375E"/>
          </a:solidFill>
          <a:latin typeface="Signika"/>
          <a:ea typeface="Open Sans Extrabold" pitchFamily="34" charset="0"/>
          <a:cs typeface="Signika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rgbClr val="17375E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rgbClr val="17375E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rgbClr val="17375E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1900" kern="1200">
          <a:solidFill>
            <a:srgbClr val="17375E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1900" kern="1200">
          <a:solidFill>
            <a:srgbClr val="17375E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exa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413" cy="68595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21" y="355683"/>
            <a:ext cx="10971372" cy="1143265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JM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21" y="1600573"/>
            <a:ext cx="10971372" cy="4166564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M" dirty="0"/>
          </a:p>
        </p:txBody>
      </p:sp>
      <p:sp>
        <p:nvSpPr>
          <p:cNvPr id="11" name="Freeform 5"/>
          <p:cNvSpPr>
            <a:spLocks/>
          </p:cNvSpPr>
          <p:nvPr userDrawn="1"/>
        </p:nvSpPr>
        <p:spPr bwMode="auto">
          <a:xfrm rot="5400000">
            <a:off x="11245248" y="6045087"/>
            <a:ext cx="541705" cy="479936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97000"/>
                </a:schemeClr>
              </a:gs>
              <a:gs pos="2000">
                <a:schemeClr val="bg1">
                  <a:lumMod val="83000"/>
                </a:schemeClr>
              </a:gs>
            </a:gsLst>
            <a:lin ang="18900000" scaled="0"/>
            <a:tileRect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0000"/>
                  </a:schemeClr>
                </a:gs>
              </a:gsLst>
              <a:lin ang="18900000" scaled="0"/>
              <a:tileRect/>
            </a:gradFill>
          </a:ln>
          <a:effectLst>
            <a:outerShdw blurRad="165100" dist="762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39636" y="177842"/>
            <a:ext cx="2844430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620504-D840-6A40-90BC-6F3747762FA2}" type="datetime1">
              <a:rPr lang="en-JM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17/10/2023</a:t>
            </a:fld>
            <a:endParaRPr lang="en-JM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059" y="6334005"/>
            <a:ext cx="3860297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r>
              <a:rPr lang="en-JM">
                <a:solidFill>
                  <a:prstClr val="white">
                    <a:lumMod val="65000"/>
                  </a:prstClr>
                </a:solidFill>
              </a:rPr>
              <a:t>WWW.DESIGNERSPARADISE.COM</a:t>
            </a:r>
            <a:endParaRPr lang="en-JM" dirty="0">
              <a:solidFill>
                <a:prstClr val="white">
                  <a:lumMod val="65000"/>
                </a:prstClr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812694" y="6275254"/>
            <a:ext cx="10463438" cy="19604"/>
          </a:xfrm>
          <a:prstGeom prst="line">
            <a:avLst/>
          </a:prstGeom>
          <a:ln w="9525" cmpd="sng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1415" y="6145720"/>
            <a:ext cx="479938" cy="304871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 b="0"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  <a:ea typeface="Impact" panose="020B0806030902050204" pitchFamily="34" charset="0"/>
                <a:cs typeface="Impact" panose="020B0806030902050204" pitchFamily="34" charset="0"/>
              </a:defRPr>
            </a:lvl1pPr>
          </a:lstStyle>
          <a:p>
            <a:pPr>
              <a:defRPr/>
            </a:pPr>
            <a:fld id="{857B18ED-D931-45F4-8873-1BEDAB4DC03E}" type="slidenum">
              <a:rPr lang="en-JM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JM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209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</p:sldLayoutIdLst>
  <p:transition spd="slow">
    <p:wipe dir="r"/>
  </p:transition>
  <p:hf hdr="0" ftr="0" dt="0"/>
  <p:txStyles>
    <p:titleStyle>
      <a:lvl1pPr algn="l" defTabSz="1219170" rtl="0" eaLnBrk="1" latinLnBrk="0" hangingPunct="1">
        <a:spcBef>
          <a:spcPct val="0"/>
        </a:spcBef>
        <a:buNone/>
        <a:defRPr sz="4600" kern="1200">
          <a:solidFill>
            <a:srgbClr val="17375E"/>
          </a:solidFill>
          <a:latin typeface="Signika"/>
          <a:ea typeface="Open Sans Extrabold" pitchFamily="34" charset="0"/>
          <a:cs typeface="Signika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rgbClr val="17375E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rgbClr val="17375E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rgbClr val="17375E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1900" kern="1200">
          <a:solidFill>
            <a:srgbClr val="17375E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1900" kern="1200">
          <a:solidFill>
            <a:srgbClr val="17375E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exa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413" cy="68595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21" y="355683"/>
            <a:ext cx="10971372" cy="1143265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JM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21" y="1600573"/>
            <a:ext cx="10971372" cy="4166564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M" dirty="0"/>
          </a:p>
        </p:txBody>
      </p:sp>
      <p:sp>
        <p:nvSpPr>
          <p:cNvPr id="11" name="Freeform 5"/>
          <p:cNvSpPr>
            <a:spLocks/>
          </p:cNvSpPr>
          <p:nvPr userDrawn="1"/>
        </p:nvSpPr>
        <p:spPr bwMode="auto">
          <a:xfrm rot="5400000">
            <a:off x="11245248" y="6045087"/>
            <a:ext cx="541705" cy="479936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97000"/>
                </a:schemeClr>
              </a:gs>
              <a:gs pos="2000">
                <a:schemeClr val="bg1">
                  <a:lumMod val="83000"/>
                </a:schemeClr>
              </a:gs>
            </a:gsLst>
            <a:lin ang="18900000" scaled="0"/>
            <a:tileRect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0000"/>
                  </a:schemeClr>
                </a:gs>
              </a:gsLst>
              <a:lin ang="18900000" scaled="0"/>
              <a:tileRect/>
            </a:gradFill>
          </a:ln>
          <a:effectLst>
            <a:outerShdw blurRad="165100" dist="762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39636" y="177842"/>
            <a:ext cx="2844430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620504-D840-6A40-90BC-6F3747762FA2}" type="datetime1">
              <a:rPr lang="en-JM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17/10/2023</a:t>
            </a:fld>
            <a:endParaRPr lang="en-JM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059" y="6334005"/>
            <a:ext cx="3860297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r>
              <a:rPr lang="en-JM">
                <a:solidFill>
                  <a:prstClr val="white">
                    <a:lumMod val="65000"/>
                  </a:prstClr>
                </a:solidFill>
              </a:rPr>
              <a:t>WWW.DESIGNERSPARADISE.COM</a:t>
            </a:r>
            <a:endParaRPr lang="en-JM" dirty="0">
              <a:solidFill>
                <a:prstClr val="white">
                  <a:lumMod val="65000"/>
                </a:prstClr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812694" y="6275254"/>
            <a:ext cx="10463438" cy="19604"/>
          </a:xfrm>
          <a:prstGeom prst="line">
            <a:avLst/>
          </a:prstGeom>
          <a:ln w="9525" cmpd="sng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1415" y="6145720"/>
            <a:ext cx="479938" cy="304871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 b="0"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  <a:ea typeface="Impact" panose="020B0806030902050204" pitchFamily="34" charset="0"/>
                <a:cs typeface="Impact" panose="020B0806030902050204" pitchFamily="34" charset="0"/>
              </a:defRPr>
            </a:lvl1pPr>
          </a:lstStyle>
          <a:p>
            <a:pPr>
              <a:defRPr/>
            </a:pPr>
            <a:fld id="{857B18ED-D931-45F4-8873-1BEDAB4DC03E}" type="slidenum">
              <a:rPr lang="en-JM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JM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8393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</p:sldLayoutIdLst>
  <p:transition spd="slow">
    <p:wipe dir="r"/>
  </p:transition>
  <p:hf hdr="0" ftr="0" dt="0"/>
  <p:txStyles>
    <p:titleStyle>
      <a:lvl1pPr algn="l" defTabSz="1219170" rtl="0" eaLnBrk="1" latinLnBrk="0" hangingPunct="1">
        <a:spcBef>
          <a:spcPct val="0"/>
        </a:spcBef>
        <a:buNone/>
        <a:defRPr sz="4600" kern="1200">
          <a:solidFill>
            <a:srgbClr val="17375E"/>
          </a:solidFill>
          <a:latin typeface="Signika"/>
          <a:ea typeface="Open Sans Extrabold" pitchFamily="34" charset="0"/>
          <a:cs typeface="Signika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rgbClr val="17375E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rgbClr val="17375E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rgbClr val="17375E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1900" kern="1200">
          <a:solidFill>
            <a:srgbClr val="17375E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1900" kern="1200">
          <a:solidFill>
            <a:srgbClr val="17375E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exa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413" cy="68595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21" y="355683"/>
            <a:ext cx="10971372" cy="1143265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JM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21" y="1600573"/>
            <a:ext cx="10971372" cy="4166564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M" dirty="0"/>
          </a:p>
        </p:txBody>
      </p:sp>
      <p:sp>
        <p:nvSpPr>
          <p:cNvPr id="11" name="Freeform 5"/>
          <p:cNvSpPr>
            <a:spLocks/>
          </p:cNvSpPr>
          <p:nvPr userDrawn="1"/>
        </p:nvSpPr>
        <p:spPr bwMode="auto">
          <a:xfrm rot="5400000">
            <a:off x="11245248" y="6045087"/>
            <a:ext cx="541705" cy="479936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97000"/>
                </a:schemeClr>
              </a:gs>
              <a:gs pos="2000">
                <a:schemeClr val="bg1">
                  <a:lumMod val="83000"/>
                </a:schemeClr>
              </a:gs>
            </a:gsLst>
            <a:lin ang="18900000" scaled="0"/>
            <a:tileRect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0000"/>
                  </a:schemeClr>
                </a:gs>
              </a:gsLst>
              <a:lin ang="18900000" scaled="0"/>
              <a:tileRect/>
            </a:gradFill>
          </a:ln>
          <a:effectLst>
            <a:outerShdw blurRad="165100" dist="762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39636" y="177842"/>
            <a:ext cx="2844430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620504-D840-6A40-90BC-6F3747762FA2}" type="datetime1">
              <a:rPr lang="en-JM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17/10/2023</a:t>
            </a:fld>
            <a:endParaRPr lang="en-JM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059" y="6334005"/>
            <a:ext cx="3860297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r>
              <a:rPr lang="en-JM">
                <a:solidFill>
                  <a:prstClr val="white">
                    <a:lumMod val="65000"/>
                  </a:prstClr>
                </a:solidFill>
              </a:rPr>
              <a:t>WWW.DESIGNERSPARADISE.COM</a:t>
            </a:r>
            <a:endParaRPr lang="en-JM" dirty="0">
              <a:solidFill>
                <a:prstClr val="white">
                  <a:lumMod val="65000"/>
                </a:prstClr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812694" y="6275254"/>
            <a:ext cx="10463438" cy="19604"/>
          </a:xfrm>
          <a:prstGeom prst="line">
            <a:avLst/>
          </a:prstGeom>
          <a:ln w="9525" cmpd="sng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1415" y="6145720"/>
            <a:ext cx="479938" cy="304871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 b="0"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  <a:ea typeface="Impact" panose="020B0806030902050204" pitchFamily="34" charset="0"/>
                <a:cs typeface="Impact" panose="020B0806030902050204" pitchFamily="34" charset="0"/>
              </a:defRPr>
            </a:lvl1pPr>
          </a:lstStyle>
          <a:p>
            <a:pPr>
              <a:defRPr/>
            </a:pPr>
            <a:fld id="{857B18ED-D931-45F4-8873-1BEDAB4DC03E}" type="slidenum">
              <a:rPr lang="en-JM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JM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486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</p:sldLayoutIdLst>
  <p:transition spd="slow">
    <p:wipe dir="r"/>
  </p:transition>
  <p:hf hdr="0" ftr="0" dt="0"/>
  <p:txStyles>
    <p:titleStyle>
      <a:lvl1pPr algn="l" defTabSz="1219170" rtl="0" eaLnBrk="1" latinLnBrk="0" hangingPunct="1">
        <a:spcBef>
          <a:spcPct val="0"/>
        </a:spcBef>
        <a:buNone/>
        <a:defRPr sz="4600" kern="1200">
          <a:solidFill>
            <a:srgbClr val="17375E"/>
          </a:solidFill>
          <a:latin typeface="Signika"/>
          <a:ea typeface="Open Sans Extrabold" pitchFamily="34" charset="0"/>
          <a:cs typeface="Signika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rgbClr val="17375E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rgbClr val="17375E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rgbClr val="17375E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1900" kern="1200">
          <a:solidFill>
            <a:srgbClr val="17375E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1900" kern="1200">
          <a:solidFill>
            <a:srgbClr val="17375E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exa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413" cy="68595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21" y="355683"/>
            <a:ext cx="10971372" cy="1143265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JM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21" y="1600573"/>
            <a:ext cx="10971372" cy="4166564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M" dirty="0"/>
          </a:p>
        </p:txBody>
      </p:sp>
      <p:sp>
        <p:nvSpPr>
          <p:cNvPr id="11" name="Freeform 5"/>
          <p:cNvSpPr>
            <a:spLocks/>
          </p:cNvSpPr>
          <p:nvPr userDrawn="1"/>
        </p:nvSpPr>
        <p:spPr bwMode="auto">
          <a:xfrm rot="5400000">
            <a:off x="11245248" y="6045087"/>
            <a:ext cx="541705" cy="479936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97000"/>
                </a:schemeClr>
              </a:gs>
              <a:gs pos="2000">
                <a:schemeClr val="bg1">
                  <a:lumMod val="83000"/>
                </a:schemeClr>
              </a:gs>
            </a:gsLst>
            <a:lin ang="18900000" scaled="0"/>
            <a:tileRect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0000"/>
                  </a:schemeClr>
                </a:gs>
              </a:gsLst>
              <a:lin ang="18900000" scaled="0"/>
              <a:tileRect/>
            </a:gradFill>
          </a:ln>
          <a:effectLst>
            <a:outerShdw blurRad="165100" dist="762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39636" y="177842"/>
            <a:ext cx="2844430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620504-D840-6A40-90BC-6F3747762FA2}" type="datetime1">
              <a:rPr lang="en-JM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17/10/2023</a:t>
            </a:fld>
            <a:endParaRPr lang="en-JM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059" y="6334005"/>
            <a:ext cx="3860297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r>
              <a:rPr lang="en-JM">
                <a:solidFill>
                  <a:prstClr val="white">
                    <a:lumMod val="65000"/>
                  </a:prstClr>
                </a:solidFill>
              </a:rPr>
              <a:t>WWW.DESIGNERSPARADISE.COM</a:t>
            </a:r>
            <a:endParaRPr lang="en-JM" dirty="0">
              <a:solidFill>
                <a:prstClr val="white">
                  <a:lumMod val="65000"/>
                </a:prstClr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812694" y="6275254"/>
            <a:ext cx="10463438" cy="19604"/>
          </a:xfrm>
          <a:prstGeom prst="line">
            <a:avLst/>
          </a:prstGeom>
          <a:ln w="9525" cmpd="sng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1415" y="6145720"/>
            <a:ext cx="479938" cy="304871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 b="0"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  <a:ea typeface="Impact" panose="020B0806030902050204" pitchFamily="34" charset="0"/>
                <a:cs typeface="Impact" panose="020B0806030902050204" pitchFamily="34" charset="0"/>
              </a:defRPr>
            </a:lvl1pPr>
          </a:lstStyle>
          <a:p>
            <a:pPr>
              <a:defRPr/>
            </a:pPr>
            <a:fld id="{857B18ED-D931-45F4-8873-1BEDAB4DC03E}" type="slidenum">
              <a:rPr lang="en-JM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JM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4714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</p:sldLayoutIdLst>
  <p:transition spd="slow">
    <p:wipe dir="r"/>
  </p:transition>
  <p:hf hdr="0" ftr="0" dt="0"/>
  <p:txStyles>
    <p:titleStyle>
      <a:lvl1pPr algn="l" defTabSz="1219170" rtl="0" eaLnBrk="1" latinLnBrk="0" hangingPunct="1">
        <a:spcBef>
          <a:spcPct val="0"/>
        </a:spcBef>
        <a:buNone/>
        <a:defRPr sz="4600" kern="1200">
          <a:solidFill>
            <a:srgbClr val="17375E"/>
          </a:solidFill>
          <a:latin typeface="Signika"/>
          <a:ea typeface="Open Sans Extrabold" pitchFamily="34" charset="0"/>
          <a:cs typeface="Signika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rgbClr val="17375E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rgbClr val="17375E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rgbClr val="17375E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1900" kern="1200">
          <a:solidFill>
            <a:srgbClr val="17375E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1900" kern="1200">
          <a:solidFill>
            <a:srgbClr val="17375E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21" y="274703"/>
            <a:ext cx="10971372" cy="1143265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21" y="6357825"/>
            <a:ext cx="2844430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196EC2F-0988-4314-AD4B-24FF16D7B45E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10/17/2023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059" y="6357825"/>
            <a:ext cx="3860297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6463" y="6357825"/>
            <a:ext cx="2844430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9065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</p:sldLayoutIdLst>
  <p:transition spd="slow">
    <p:wipe dir="r"/>
  </p:transition>
  <p:hf hdr="0" ftr="0" dt="0"/>
  <p:txStyles>
    <p:titleStyle>
      <a:lvl1pPr algn="ctr" defTabSz="121917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8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3.xml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3.xml"/><Relationship Id="rId4" Type="http://schemas.microsoft.com/office/2007/relationships/hdphoto" Target="../media/hdphoto3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3.xml"/><Relationship Id="rId5" Type="http://schemas.openxmlformats.org/officeDocument/2006/relationships/image" Target="../media/image8.gif"/><Relationship Id="rId4" Type="http://schemas.microsoft.com/office/2007/relationships/hdphoto" Target="../media/hdphoto3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9.emf"/><Relationship Id="rId2" Type="http://schemas.openxmlformats.org/officeDocument/2006/relationships/slideLayout" Target="../slideLayouts/slideLayout43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microsoft.com/office/2007/relationships/hdphoto" Target="../media/hdphoto3.wdp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3.xml"/><Relationship Id="rId4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3.xml"/><Relationship Id="rId5" Type="http://schemas.openxmlformats.org/officeDocument/2006/relationships/image" Target="../media/image10.png"/><Relationship Id="rId4" Type="http://schemas.microsoft.com/office/2007/relationships/hdphoto" Target="../media/hdphoto3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3.xml"/><Relationship Id="rId4" Type="http://schemas.microsoft.com/office/2007/relationships/hdphoto" Target="../media/hdphoto3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3.xml"/><Relationship Id="rId4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3.xml"/><Relationship Id="rId4" Type="http://schemas.microsoft.com/office/2007/relationships/hdphoto" Target="../media/hdphoto3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3.xml"/><Relationship Id="rId4" Type="http://schemas.microsoft.com/office/2007/relationships/hdphoto" Target="../media/hdphoto3.wdp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gif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9.emf"/><Relationship Id="rId2" Type="http://schemas.openxmlformats.org/officeDocument/2006/relationships/slideLayout" Target="../slideLayouts/slideLayout43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microsoft.com/office/2007/relationships/hdphoto" Target="../media/hdphoto3.wdp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3.xml"/><Relationship Id="rId4" Type="http://schemas.microsoft.com/office/2007/relationships/hdphoto" Target="../media/hdphoto3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3.xml"/><Relationship Id="rId4" Type="http://schemas.microsoft.com/office/2007/relationships/hdphoto" Target="../media/hdphoto3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microsoft.com/office/2007/relationships/hdphoto" Target="../media/hdphoto3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microsoft.com/office/2007/relationships/hdphoto" Target="../media/hdphoto3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3.xml"/><Relationship Id="rId5" Type="http://schemas.openxmlformats.org/officeDocument/2006/relationships/image" Target="../media/image16.png"/><Relationship Id="rId4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583E40D-38CC-4D36-A755-20EFE4CA75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0"/>
            <a:ext cx="12190413" cy="685710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2A269F1-5118-4EAB-9796-5F1EED7134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479" y="2506894"/>
            <a:ext cx="3058104" cy="4351452"/>
          </a:xfrm>
          <a:prstGeom prst="rect">
            <a:avLst/>
          </a:prstGeom>
        </p:spPr>
      </p:pic>
      <p:sp>
        <p:nvSpPr>
          <p:cNvPr id="13" name="文本框 4">
            <a:extLst>
              <a:ext uri="{FF2B5EF4-FFF2-40B4-BE49-F238E27FC236}">
                <a16:creationId xmlns:a16="http://schemas.microsoft.com/office/drawing/2014/main" id="{393411F2-0B46-489D-94EA-AC9312DDF8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059" y="2757109"/>
            <a:ext cx="6207877" cy="907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 fontScale="60705" lnSpcReduction="20000"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53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Experiment1 </a:t>
            </a:r>
          </a:p>
          <a:p>
            <a:pPr algn="ctr" eaLnBrk="1" hangingPunct="1"/>
            <a:r>
              <a:rPr lang="zh-CN" altLang="en-US" sz="53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Search algorithm</a:t>
            </a:r>
          </a:p>
        </p:txBody>
      </p:sp>
    </p:spTree>
    <p:extLst>
      <p:ext uri="{BB962C8B-B14F-4D97-AF65-F5344CB8AC3E}">
        <p14:creationId xmlns:p14="http://schemas.microsoft.com/office/powerpoint/2010/main" val="3968135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5B31B1C-86BF-495F-A0F0-E1EEE6597C77}"/>
              </a:ext>
            </a:extLst>
          </p:cNvPr>
          <p:cNvGrpSpPr/>
          <p:nvPr/>
        </p:nvGrpSpPr>
        <p:grpSpPr>
          <a:xfrm>
            <a:off x="-1" y="-15240"/>
            <a:ext cx="12190414" cy="6874828"/>
            <a:chOff x="-1" y="-15240"/>
            <a:chExt cx="12190414" cy="6874828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E677B32-EFDE-46D8-BCFE-82887C8907FB}"/>
                </a:ext>
              </a:extLst>
            </p:cNvPr>
            <p:cNvSpPr/>
            <p:nvPr/>
          </p:nvSpPr>
          <p:spPr>
            <a:xfrm>
              <a:off x="-1" y="0"/>
              <a:ext cx="12190413" cy="6859588"/>
            </a:xfrm>
            <a:prstGeom prst="rect">
              <a:avLst/>
            </a:prstGeom>
            <a:solidFill>
              <a:srgbClr val="278CC1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5AB5753E-55E4-4D0C-8591-3C2F15EBD468}"/>
                </a:ext>
              </a:extLst>
            </p:cNvPr>
            <p:cNvGrpSpPr/>
            <p:nvPr/>
          </p:nvGrpSpPr>
          <p:grpSpPr>
            <a:xfrm>
              <a:off x="1" y="-15240"/>
              <a:ext cx="12190412" cy="1105666"/>
              <a:chOff x="1" y="-15240"/>
              <a:chExt cx="12190412" cy="1105666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1" y="237419"/>
                <a:ext cx="12190412" cy="834766"/>
                <a:chOff x="1" y="333671"/>
                <a:chExt cx="12190412" cy="834766"/>
              </a:xfrm>
            </p:grpSpPr>
            <p:sp>
              <p:nvSpPr>
                <p:cNvPr id="16" name="TextBox 20"/>
                <p:cNvSpPr txBox="1"/>
                <p:nvPr/>
              </p:nvSpPr>
              <p:spPr>
                <a:xfrm>
                  <a:off x="1030121" y="333671"/>
                  <a:ext cx="596658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chemeClr val="accent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anose="02020603050405020304" pitchFamily="18" charset="0"/>
                      <a:ea typeface="微软雅黑" pitchFamily="34" charset="-122"/>
                      <a:cs typeface="Times New Roman" panose="02020603050405020304" pitchFamily="18" charset="0"/>
                    </a:rPr>
                    <a:t>4.2.5 Depth-first search</a:t>
                  </a:r>
                </a:p>
              </p:txBody>
            </p:sp>
            <p:sp>
              <p:nvSpPr>
                <p:cNvPr id="15" name="矩形 14"/>
                <p:cNvSpPr/>
                <p:nvPr/>
              </p:nvSpPr>
              <p:spPr>
                <a:xfrm flipV="1">
                  <a:off x="1" y="1122718"/>
                  <a:ext cx="12190412" cy="4571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0" name="图片 9">
                <a:extLst>
                  <a:ext uri="{FF2B5EF4-FFF2-40B4-BE49-F238E27FC236}">
                    <a16:creationId xmlns:a16="http://schemas.microsoft.com/office/drawing/2014/main" id="{B6F55FFD-B35C-4987-ADA8-E056CE382A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15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5808" y="-15240"/>
                <a:ext cx="777037" cy="1105666"/>
              </a:xfrm>
              <a:prstGeom prst="rect">
                <a:avLst/>
              </a:prstGeom>
            </p:spPr>
          </p:pic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12BFC0E9-A201-4FFB-8716-A58422878134}"/>
              </a:ext>
            </a:extLst>
          </p:cNvPr>
          <p:cNvSpPr txBox="1"/>
          <p:nvPr/>
        </p:nvSpPr>
        <p:spPr>
          <a:xfrm>
            <a:off x="-904126" y="11918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59" name="内容占位符 2">
            <a:extLst>
              <a:ext uri="{FF2B5EF4-FFF2-40B4-BE49-F238E27FC236}">
                <a16:creationId xmlns:a16="http://schemas.microsoft.com/office/drawing/2014/main" id="{48D63F4F-82B3-400A-A83F-B35CEC9A048D}"/>
              </a:ext>
            </a:extLst>
          </p:cNvPr>
          <p:cNvSpPr txBox="1">
            <a:spLocks/>
          </p:cNvSpPr>
          <p:nvPr/>
        </p:nvSpPr>
        <p:spPr>
          <a:xfrm>
            <a:off x="540913" y="1422468"/>
            <a:ext cx="11649499" cy="5199701"/>
          </a:xfrm>
          <a:prstGeom prst="rect">
            <a:avLst/>
          </a:prstGeom>
        </p:spPr>
        <p:txBody>
          <a:bodyPr>
            <a:normAutofit fontScale="94976"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Blind search is an uninformed search algorithm that does not use domain knowledge.</a:t>
            </a:r>
            <a:endParaRPr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Main: depth-first search (DFS), breadth-first search (BFS), and depth-first search with iterative deepening (DFS-ID).</a:t>
            </a:r>
            <a:endParaRPr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0000"/>
              </a:highligh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All have properties:</a:t>
            </a:r>
          </a:p>
          <a:p>
            <a:pPr lvl="1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 Do not use heuristic estimation. If heuristic estimation is used, the search will proceed along the most promising path to a solution.</a:t>
            </a:r>
          </a:p>
          <a:p>
            <a:pPr lvl="1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 The goal is to find a certain solution to a given problem.</a:t>
            </a:r>
          </a:p>
        </p:txBody>
      </p:sp>
    </p:spTree>
    <p:extLst>
      <p:ext uri="{BB962C8B-B14F-4D97-AF65-F5344CB8AC3E}">
        <p14:creationId xmlns:p14="http://schemas.microsoft.com/office/powerpoint/2010/main" val="1690883162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5B31B1C-86BF-495F-A0F0-E1EEE6597C77}"/>
              </a:ext>
            </a:extLst>
          </p:cNvPr>
          <p:cNvGrpSpPr/>
          <p:nvPr/>
        </p:nvGrpSpPr>
        <p:grpSpPr>
          <a:xfrm>
            <a:off x="-1" y="-15240"/>
            <a:ext cx="12190414" cy="6874828"/>
            <a:chOff x="-1" y="-15240"/>
            <a:chExt cx="12190414" cy="6874828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E677B32-EFDE-46D8-BCFE-82887C8907FB}"/>
                </a:ext>
              </a:extLst>
            </p:cNvPr>
            <p:cNvSpPr/>
            <p:nvPr/>
          </p:nvSpPr>
          <p:spPr>
            <a:xfrm>
              <a:off x="-1" y="0"/>
              <a:ext cx="12190413" cy="6859588"/>
            </a:xfrm>
            <a:prstGeom prst="rect">
              <a:avLst/>
            </a:prstGeom>
            <a:solidFill>
              <a:srgbClr val="278CC1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5AB5753E-55E4-4D0C-8591-3C2F15EBD468}"/>
                </a:ext>
              </a:extLst>
            </p:cNvPr>
            <p:cNvGrpSpPr/>
            <p:nvPr/>
          </p:nvGrpSpPr>
          <p:grpSpPr>
            <a:xfrm>
              <a:off x="1" y="-15240"/>
              <a:ext cx="12190412" cy="1105666"/>
              <a:chOff x="1" y="-15240"/>
              <a:chExt cx="12190412" cy="1105666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1" y="237419"/>
                <a:ext cx="12190412" cy="834766"/>
                <a:chOff x="1" y="333671"/>
                <a:chExt cx="12190412" cy="834766"/>
              </a:xfrm>
            </p:grpSpPr>
            <p:sp>
              <p:nvSpPr>
                <p:cNvPr id="16" name="TextBox 20"/>
                <p:cNvSpPr txBox="1"/>
                <p:nvPr/>
              </p:nvSpPr>
              <p:spPr>
                <a:xfrm>
                  <a:off x="1030121" y="333671"/>
                  <a:ext cx="596658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chemeClr val="accent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anose="02020603050405020304" pitchFamily="18" charset="0"/>
                      <a:ea typeface="微软雅黑" pitchFamily="34" charset="-122"/>
                      <a:cs typeface="Times New Roman" panose="02020603050405020304" pitchFamily="18" charset="0"/>
                    </a:rPr>
                    <a:t>4.2.5 Depth-first search</a:t>
                  </a:r>
                </a:p>
              </p:txBody>
            </p:sp>
            <p:sp>
              <p:nvSpPr>
                <p:cNvPr id="15" name="矩形 14"/>
                <p:cNvSpPr/>
                <p:nvPr/>
              </p:nvSpPr>
              <p:spPr>
                <a:xfrm flipV="1">
                  <a:off x="1" y="1122718"/>
                  <a:ext cx="12190412" cy="4571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0" name="图片 9">
                <a:extLst>
                  <a:ext uri="{FF2B5EF4-FFF2-40B4-BE49-F238E27FC236}">
                    <a16:creationId xmlns:a16="http://schemas.microsoft.com/office/drawing/2014/main" id="{B6F55FFD-B35C-4987-ADA8-E056CE382A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15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5808" y="-15240"/>
                <a:ext cx="777037" cy="1105666"/>
              </a:xfrm>
              <a:prstGeom prst="rect">
                <a:avLst/>
              </a:prstGeom>
            </p:spPr>
          </p:pic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12BFC0E9-A201-4FFB-8716-A58422878134}"/>
              </a:ext>
            </a:extLst>
          </p:cNvPr>
          <p:cNvSpPr txBox="1"/>
          <p:nvPr/>
        </p:nvSpPr>
        <p:spPr>
          <a:xfrm>
            <a:off x="-904126" y="11918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59" name="内容占位符 2">
            <a:extLst>
              <a:ext uri="{FF2B5EF4-FFF2-40B4-BE49-F238E27FC236}">
                <a16:creationId xmlns:a16="http://schemas.microsoft.com/office/drawing/2014/main" id="{48D63F4F-82B3-400A-A83F-B35CEC9A048D}"/>
              </a:ext>
            </a:extLst>
          </p:cNvPr>
          <p:cNvSpPr txBox="1">
            <a:spLocks/>
          </p:cNvSpPr>
          <p:nvPr/>
        </p:nvSpPr>
        <p:spPr>
          <a:xfrm>
            <a:off x="481860" y="1049325"/>
            <a:ext cx="11649498" cy="5199701"/>
          </a:xfrm>
          <a:prstGeom prst="rect">
            <a:avLst/>
          </a:prstGeom>
        </p:spPr>
        <p:txBody>
          <a:bodyPr>
            <a:normAutofit fontScale="98346"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Depth-first search (DFS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):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attempt to get as deep into the tree as quickly as possible.</a:t>
            </a:r>
            <a:endParaRPr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0000"/>
              </a:highligh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Whenever the method make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a choice, it chooses the leftmost (or rightmost) branch 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The tree shown can be used as an example of DFS.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7410" name="Picture 2" descr="深度优先遍历DFS动图">
            <a:extLst>
              <a:ext uri="{FF2B5EF4-FFF2-40B4-BE49-F238E27FC236}">
                <a16:creationId xmlns:a16="http://schemas.microsoft.com/office/drawing/2014/main" id="{90E04D29-3A90-46F9-9CB0-9C0D5223F4A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5825" y="3307469"/>
            <a:ext cx="4829175" cy="331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1714883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5B31B1C-86BF-495F-A0F0-E1EEE6597C77}"/>
              </a:ext>
            </a:extLst>
          </p:cNvPr>
          <p:cNvGrpSpPr/>
          <p:nvPr/>
        </p:nvGrpSpPr>
        <p:grpSpPr>
          <a:xfrm>
            <a:off x="-1" y="-15240"/>
            <a:ext cx="12190414" cy="6874828"/>
            <a:chOff x="-1" y="-15240"/>
            <a:chExt cx="12190414" cy="6874828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E677B32-EFDE-46D8-BCFE-82887C8907FB}"/>
                </a:ext>
              </a:extLst>
            </p:cNvPr>
            <p:cNvSpPr/>
            <p:nvPr/>
          </p:nvSpPr>
          <p:spPr>
            <a:xfrm>
              <a:off x="-1" y="0"/>
              <a:ext cx="12190413" cy="6859588"/>
            </a:xfrm>
            <a:prstGeom prst="rect">
              <a:avLst/>
            </a:prstGeom>
            <a:solidFill>
              <a:srgbClr val="278CC1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5AB5753E-55E4-4D0C-8591-3C2F15EBD468}"/>
                </a:ext>
              </a:extLst>
            </p:cNvPr>
            <p:cNvGrpSpPr/>
            <p:nvPr/>
          </p:nvGrpSpPr>
          <p:grpSpPr>
            <a:xfrm>
              <a:off x="1" y="-15240"/>
              <a:ext cx="12190412" cy="1105666"/>
              <a:chOff x="1" y="-15240"/>
              <a:chExt cx="12190412" cy="1105666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1" y="237419"/>
                <a:ext cx="12190412" cy="834766"/>
                <a:chOff x="1" y="333671"/>
                <a:chExt cx="12190412" cy="834766"/>
              </a:xfrm>
            </p:grpSpPr>
            <p:sp>
              <p:nvSpPr>
                <p:cNvPr id="16" name="TextBox 20"/>
                <p:cNvSpPr txBox="1"/>
                <p:nvPr/>
              </p:nvSpPr>
              <p:spPr>
                <a:xfrm>
                  <a:off x="1030121" y="333671"/>
                  <a:ext cx="596658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chemeClr val="accent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anose="02020603050405020304" pitchFamily="18" charset="0"/>
                      <a:ea typeface="微软雅黑" pitchFamily="34" charset="-122"/>
                      <a:cs typeface="Times New Roman" panose="02020603050405020304" pitchFamily="18" charset="0"/>
                    </a:rPr>
                    <a:t>4.2.5 Depth-first search</a:t>
                  </a:r>
                </a:p>
              </p:txBody>
            </p:sp>
            <p:sp>
              <p:nvSpPr>
                <p:cNvPr id="15" name="矩形 14"/>
                <p:cNvSpPr/>
                <p:nvPr/>
              </p:nvSpPr>
              <p:spPr>
                <a:xfrm flipV="1">
                  <a:off x="1" y="1122718"/>
                  <a:ext cx="12190412" cy="4571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0" name="图片 9">
                <a:extLst>
                  <a:ext uri="{FF2B5EF4-FFF2-40B4-BE49-F238E27FC236}">
                    <a16:creationId xmlns:a16="http://schemas.microsoft.com/office/drawing/2014/main" id="{B6F55FFD-B35C-4987-ADA8-E056CE382A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15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5808" y="-15240"/>
                <a:ext cx="777037" cy="1105666"/>
              </a:xfrm>
              <a:prstGeom prst="rect">
                <a:avLst/>
              </a:prstGeom>
            </p:spPr>
          </p:pic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12BFC0E9-A201-4FFB-8716-A58422878134}"/>
              </a:ext>
            </a:extLst>
          </p:cNvPr>
          <p:cNvSpPr txBox="1"/>
          <p:nvPr/>
        </p:nvSpPr>
        <p:spPr>
          <a:xfrm>
            <a:off x="-904126" y="11918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59" name="内容占位符 2">
            <a:extLst>
              <a:ext uri="{FF2B5EF4-FFF2-40B4-BE49-F238E27FC236}">
                <a16:creationId xmlns:a16="http://schemas.microsoft.com/office/drawing/2014/main" id="{48D63F4F-82B3-400A-A83F-B35CEC9A048D}"/>
              </a:ext>
            </a:extLst>
          </p:cNvPr>
          <p:cNvSpPr txBox="1">
            <a:spLocks/>
          </p:cNvSpPr>
          <p:nvPr/>
        </p:nvSpPr>
        <p:spPr>
          <a:xfrm>
            <a:off x="540914" y="1422468"/>
            <a:ext cx="11140224" cy="5199701"/>
          </a:xfrm>
          <a:prstGeom prst="rect">
            <a:avLst/>
          </a:prstGeom>
        </p:spPr>
        <p:txBody>
          <a:bodyPr>
            <a:normAutofit fontScale="99740"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traversal algorithm that will access A node tree in the order A, B, D, E, C, F, G will "access" a node multiple times, for example, in Figure 4-6, A, B, D, B, E, B, A, C, F, C, G.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2838B5B-BAB5-48DB-8234-9B0D3A14E0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8592438"/>
              </p:ext>
            </p:extLst>
          </p:nvPr>
        </p:nvGraphicFramePr>
        <p:xfrm>
          <a:off x="5238811" y="2972175"/>
          <a:ext cx="6617784" cy="36652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27" name="Visio" r:id="rId6" imgW="2062776" imgH="1144971" progId="Visio.Drawing.11">
                  <p:embed/>
                </p:oleObj>
              </mc:Choice>
              <mc:Fallback>
                <p:oleObj name="Visio" r:id="rId6" imgW="2062776" imgH="1144971" progId="Visio.Drawing.11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2838B5B-BAB5-48DB-8234-9B0D3A14E0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8811" y="2972175"/>
                        <a:ext cx="6617784" cy="366523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68019925"/>
      </p:ext>
    </p:extLst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5B31B1C-86BF-495F-A0F0-E1EEE6597C77}"/>
              </a:ext>
            </a:extLst>
          </p:cNvPr>
          <p:cNvGrpSpPr/>
          <p:nvPr/>
        </p:nvGrpSpPr>
        <p:grpSpPr>
          <a:xfrm>
            <a:off x="-1" y="-15240"/>
            <a:ext cx="12190414" cy="6874828"/>
            <a:chOff x="-1" y="-15240"/>
            <a:chExt cx="12190414" cy="6874828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E677B32-EFDE-46D8-BCFE-82887C8907FB}"/>
                </a:ext>
              </a:extLst>
            </p:cNvPr>
            <p:cNvSpPr/>
            <p:nvPr/>
          </p:nvSpPr>
          <p:spPr>
            <a:xfrm>
              <a:off x="-1" y="0"/>
              <a:ext cx="12190413" cy="6859588"/>
            </a:xfrm>
            <a:prstGeom prst="rect">
              <a:avLst/>
            </a:prstGeom>
            <a:solidFill>
              <a:srgbClr val="278CC1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5AB5753E-55E4-4D0C-8591-3C2F15EBD468}"/>
                </a:ext>
              </a:extLst>
            </p:cNvPr>
            <p:cNvGrpSpPr/>
            <p:nvPr/>
          </p:nvGrpSpPr>
          <p:grpSpPr>
            <a:xfrm>
              <a:off x="1" y="-15240"/>
              <a:ext cx="12190412" cy="1105666"/>
              <a:chOff x="1" y="-15240"/>
              <a:chExt cx="12190412" cy="1105666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1" y="237419"/>
                <a:ext cx="12190412" cy="834766"/>
                <a:chOff x="1" y="333671"/>
                <a:chExt cx="12190412" cy="834766"/>
              </a:xfrm>
            </p:grpSpPr>
            <p:sp>
              <p:nvSpPr>
                <p:cNvPr id="16" name="TextBox 20"/>
                <p:cNvSpPr txBox="1"/>
                <p:nvPr/>
              </p:nvSpPr>
              <p:spPr>
                <a:xfrm>
                  <a:off x="1030121" y="333671"/>
                  <a:ext cx="596658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chemeClr val="accent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anose="02020603050405020304" pitchFamily="18" charset="0"/>
                      <a:ea typeface="微软雅黑" pitchFamily="34" charset="-122"/>
                      <a:cs typeface="Times New Roman" panose="02020603050405020304" pitchFamily="18" charset="0"/>
                    </a:rPr>
                    <a:t>4.2.5 Depth-first search</a:t>
                  </a:r>
                </a:p>
              </p:txBody>
            </p:sp>
            <p:sp>
              <p:nvSpPr>
                <p:cNvPr id="15" name="矩形 14"/>
                <p:cNvSpPr/>
                <p:nvPr/>
              </p:nvSpPr>
              <p:spPr>
                <a:xfrm flipV="1">
                  <a:off x="1" y="1122718"/>
                  <a:ext cx="12190412" cy="4571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0" name="图片 9">
                <a:extLst>
                  <a:ext uri="{FF2B5EF4-FFF2-40B4-BE49-F238E27FC236}">
                    <a16:creationId xmlns:a16="http://schemas.microsoft.com/office/drawing/2014/main" id="{B6F55FFD-B35C-4987-ADA8-E056CE382A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15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5808" y="-15240"/>
                <a:ext cx="777037" cy="1105666"/>
              </a:xfrm>
              <a:prstGeom prst="rect">
                <a:avLst/>
              </a:prstGeom>
            </p:spPr>
          </p:pic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12BFC0E9-A201-4FFB-8716-A58422878134}"/>
              </a:ext>
            </a:extLst>
          </p:cNvPr>
          <p:cNvSpPr txBox="1"/>
          <p:nvPr/>
        </p:nvSpPr>
        <p:spPr>
          <a:xfrm>
            <a:off x="-904126" y="11918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59" name="内容占位符 2">
            <a:extLst>
              <a:ext uri="{FF2B5EF4-FFF2-40B4-BE49-F238E27FC236}">
                <a16:creationId xmlns:a16="http://schemas.microsoft.com/office/drawing/2014/main" id="{48D63F4F-82B3-400A-A83F-B35CEC9A048D}"/>
              </a:ext>
            </a:extLst>
          </p:cNvPr>
          <p:cNvSpPr txBox="1">
            <a:spLocks/>
          </p:cNvSpPr>
          <p:nvPr/>
        </p:nvSpPr>
        <p:spPr>
          <a:xfrm>
            <a:off x="540914" y="1422468"/>
            <a:ext cx="11140224" cy="5199701"/>
          </a:xfrm>
          <a:prstGeom prst="rect">
            <a:avLst/>
          </a:prstGeom>
        </p:spPr>
        <p:txBody>
          <a:bodyPr>
            <a:normAutofit fontScale="91711"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The basic idea (search and backtracking alternate) :</a:t>
            </a:r>
            <a:endParaRPr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 Start from the initial node S0 to expand the node, and check whether the last 1 child node of S0 is the target node.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If it is not the target node, expand the node; Then investigate the last 1 child node in its expansion node, if it is not the target node, expand it, and continue to expand down.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 When it is found that the node itself cannot be expanded, expand one of its sibling nodes;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 If all sibling nodes cannot be expanded, their parent node is found and sibling nodes of the parent node are expanded; And so on until the target state GS is found.</a:t>
            </a:r>
          </a:p>
        </p:txBody>
      </p:sp>
    </p:spTree>
    <p:extLst>
      <p:ext uri="{BB962C8B-B14F-4D97-AF65-F5344CB8AC3E}">
        <p14:creationId xmlns:p14="http://schemas.microsoft.com/office/powerpoint/2010/main" val="1997131544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5B31B1C-86BF-495F-A0F0-E1EEE6597C77}"/>
              </a:ext>
            </a:extLst>
          </p:cNvPr>
          <p:cNvGrpSpPr/>
          <p:nvPr/>
        </p:nvGrpSpPr>
        <p:grpSpPr>
          <a:xfrm>
            <a:off x="-1" y="-15240"/>
            <a:ext cx="12190414" cy="6874828"/>
            <a:chOff x="-1" y="-15240"/>
            <a:chExt cx="12190414" cy="6874828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E677B32-EFDE-46D8-BCFE-82887C8907FB}"/>
                </a:ext>
              </a:extLst>
            </p:cNvPr>
            <p:cNvSpPr/>
            <p:nvPr/>
          </p:nvSpPr>
          <p:spPr>
            <a:xfrm>
              <a:off x="-1" y="0"/>
              <a:ext cx="12190413" cy="6859588"/>
            </a:xfrm>
            <a:prstGeom prst="rect">
              <a:avLst/>
            </a:prstGeom>
            <a:solidFill>
              <a:srgbClr val="278CC1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5AB5753E-55E4-4D0C-8591-3C2F15EBD468}"/>
                </a:ext>
              </a:extLst>
            </p:cNvPr>
            <p:cNvGrpSpPr/>
            <p:nvPr/>
          </p:nvGrpSpPr>
          <p:grpSpPr>
            <a:xfrm>
              <a:off x="1" y="-15240"/>
              <a:ext cx="12190412" cy="1105666"/>
              <a:chOff x="1" y="-15240"/>
              <a:chExt cx="12190412" cy="1105666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1" y="237419"/>
                <a:ext cx="12190412" cy="834766"/>
                <a:chOff x="1" y="333671"/>
                <a:chExt cx="12190412" cy="834766"/>
              </a:xfrm>
            </p:grpSpPr>
            <p:sp>
              <p:nvSpPr>
                <p:cNvPr id="16" name="TextBox 20"/>
                <p:cNvSpPr txBox="1"/>
                <p:nvPr/>
              </p:nvSpPr>
              <p:spPr>
                <a:xfrm>
                  <a:off x="1030121" y="333671"/>
                  <a:ext cx="596658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chemeClr val="accent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anose="02020603050405020304" pitchFamily="18" charset="0"/>
                      <a:ea typeface="微软雅黑" pitchFamily="34" charset="-122"/>
                      <a:cs typeface="Times New Roman" panose="02020603050405020304" pitchFamily="18" charset="0"/>
                    </a:rPr>
                    <a:t>4.2.5 Depth-first search</a:t>
                  </a:r>
                </a:p>
              </p:txBody>
            </p:sp>
            <p:sp>
              <p:nvSpPr>
                <p:cNvPr id="15" name="矩形 14"/>
                <p:cNvSpPr/>
                <p:nvPr/>
              </p:nvSpPr>
              <p:spPr>
                <a:xfrm flipV="1">
                  <a:off x="1" y="1122718"/>
                  <a:ext cx="12190412" cy="4571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0" name="图片 9">
                <a:extLst>
                  <a:ext uri="{FF2B5EF4-FFF2-40B4-BE49-F238E27FC236}">
                    <a16:creationId xmlns:a16="http://schemas.microsoft.com/office/drawing/2014/main" id="{B6F55FFD-B35C-4987-ADA8-E056CE382A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15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5808" y="-15240"/>
                <a:ext cx="777037" cy="1105666"/>
              </a:xfrm>
              <a:prstGeom prst="rect">
                <a:avLst/>
              </a:prstGeom>
            </p:spPr>
          </p:pic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12BFC0E9-A201-4FFB-8716-A58422878134}"/>
              </a:ext>
            </a:extLst>
          </p:cNvPr>
          <p:cNvSpPr txBox="1"/>
          <p:nvPr/>
        </p:nvSpPr>
        <p:spPr>
          <a:xfrm>
            <a:off x="-904126" y="11918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59" name="内容占位符 2">
            <a:extLst>
              <a:ext uri="{FF2B5EF4-FFF2-40B4-BE49-F238E27FC236}">
                <a16:creationId xmlns:a16="http://schemas.microsoft.com/office/drawing/2014/main" id="{48D63F4F-82B3-400A-A83F-B35CEC9A048D}"/>
              </a:ext>
            </a:extLst>
          </p:cNvPr>
          <p:cNvSpPr txBox="1">
            <a:spLocks/>
          </p:cNvSpPr>
          <p:nvPr/>
        </p:nvSpPr>
        <p:spPr>
          <a:xfrm>
            <a:off x="540914" y="1422468"/>
            <a:ext cx="11140224" cy="5199701"/>
          </a:xfrm>
          <a:prstGeom prst="rect">
            <a:avLst/>
          </a:prstGeom>
        </p:spPr>
        <p:txBody>
          <a:bodyPr>
            <a:normAutofit fontScale="99211"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 build a graph, like this , or any other graph you want</a:t>
            </a:r>
          </a:p>
          <a:p>
            <a:pPr>
              <a:lnSpc>
                <a:spcPct val="150000"/>
              </a:lnSpc>
            </a:pPr>
            <a:endParaRPr lang="en-US" altLang="zh-CN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56666FD-14A4-458E-BD91-4E142E0987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9923" y="2416854"/>
            <a:ext cx="4133850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113495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5B31B1C-86BF-495F-A0F0-E1EEE6597C77}"/>
              </a:ext>
            </a:extLst>
          </p:cNvPr>
          <p:cNvGrpSpPr/>
          <p:nvPr/>
        </p:nvGrpSpPr>
        <p:grpSpPr>
          <a:xfrm>
            <a:off x="-1" y="-15240"/>
            <a:ext cx="12190414" cy="6874828"/>
            <a:chOff x="-1" y="-15240"/>
            <a:chExt cx="12190414" cy="6874828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E677B32-EFDE-46D8-BCFE-82887C8907FB}"/>
                </a:ext>
              </a:extLst>
            </p:cNvPr>
            <p:cNvSpPr/>
            <p:nvPr/>
          </p:nvSpPr>
          <p:spPr>
            <a:xfrm>
              <a:off x="-1" y="0"/>
              <a:ext cx="12190413" cy="6859588"/>
            </a:xfrm>
            <a:prstGeom prst="rect">
              <a:avLst/>
            </a:prstGeom>
            <a:solidFill>
              <a:srgbClr val="278CC1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5AB5753E-55E4-4D0C-8591-3C2F15EBD468}"/>
                </a:ext>
              </a:extLst>
            </p:cNvPr>
            <p:cNvGrpSpPr/>
            <p:nvPr/>
          </p:nvGrpSpPr>
          <p:grpSpPr>
            <a:xfrm>
              <a:off x="1" y="-15240"/>
              <a:ext cx="12190412" cy="1105666"/>
              <a:chOff x="1" y="-15240"/>
              <a:chExt cx="12190412" cy="1105666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1" y="237419"/>
                <a:ext cx="12190412" cy="834766"/>
                <a:chOff x="1" y="333671"/>
                <a:chExt cx="12190412" cy="834766"/>
              </a:xfrm>
            </p:grpSpPr>
            <p:sp>
              <p:nvSpPr>
                <p:cNvPr id="16" name="TextBox 20"/>
                <p:cNvSpPr txBox="1"/>
                <p:nvPr/>
              </p:nvSpPr>
              <p:spPr>
                <a:xfrm>
                  <a:off x="1030121" y="333671"/>
                  <a:ext cx="596658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chemeClr val="accent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anose="02020603050405020304" pitchFamily="18" charset="0"/>
                      <a:ea typeface="微软雅黑" pitchFamily="34" charset="-122"/>
                      <a:cs typeface="Times New Roman" panose="02020603050405020304" pitchFamily="18" charset="0"/>
                    </a:rPr>
                    <a:t>4.2.5 Depth-first search</a:t>
                  </a:r>
                </a:p>
              </p:txBody>
            </p:sp>
            <p:sp>
              <p:nvSpPr>
                <p:cNvPr id="15" name="矩形 14"/>
                <p:cNvSpPr/>
                <p:nvPr/>
              </p:nvSpPr>
              <p:spPr>
                <a:xfrm flipV="1">
                  <a:off x="1" y="1122718"/>
                  <a:ext cx="12190412" cy="4571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0" name="图片 9">
                <a:extLst>
                  <a:ext uri="{FF2B5EF4-FFF2-40B4-BE49-F238E27FC236}">
                    <a16:creationId xmlns:a16="http://schemas.microsoft.com/office/drawing/2014/main" id="{B6F55FFD-B35C-4987-ADA8-E056CE382A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15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5808" y="-15240"/>
                <a:ext cx="777037" cy="1105666"/>
              </a:xfrm>
              <a:prstGeom prst="rect">
                <a:avLst/>
              </a:prstGeom>
            </p:spPr>
          </p:pic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12BFC0E9-A201-4FFB-8716-A58422878134}"/>
              </a:ext>
            </a:extLst>
          </p:cNvPr>
          <p:cNvSpPr txBox="1"/>
          <p:nvPr/>
        </p:nvSpPr>
        <p:spPr>
          <a:xfrm>
            <a:off x="-904126" y="11918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59" name="内容占位符 2">
            <a:extLst>
              <a:ext uri="{FF2B5EF4-FFF2-40B4-BE49-F238E27FC236}">
                <a16:creationId xmlns:a16="http://schemas.microsoft.com/office/drawing/2014/main" id="{48D63F4F-82B3-400A-A83F-B35CEC9A048D}"/>
              </a:ext>
            </a:extLst>
          </p:cNvPr>
          <p:cNvSpPr txBox="1">
            <a:spLocks/>
          </p:cNvSpPr>
          <p:nvPr/>
        </p:nvSpPr>
        <p:spPr>
          <a:xfrm>
            <a:off x="540914" y="1422468"/>
            <a:ext cx="11140224" cy="5199701"/>
          </a:xfrm>
          <a:prstGeom prst="rect">
            <a:avLst/>
          </a:prstGeom>
        </p:spPr>
        <p:txBody>
          <a:bodyPr>
            <a:normAutofit fontScale="91711" lnSpcReduction="20000"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defining a class to create a graph, using an adjacency matrix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class Graph(object):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def __</a:t>
            </a:r>
            <a:r>
              <a:rPr lang="en-US" altLang="zh-C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init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__(self, *</a:t>
            </a:r>
            <a:r>
              <a:rPr lang="en-US" altLang="zh-C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args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**</a:t>
            </a:r>
            <a:r>
              <a:rPr lang="en-US" altLang="zh-C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kwargs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self.order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 [] # visited order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self.neighbor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 {}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def </a:t>
            </a:r>
            <a:r>
              <a:rPr lang="en-US" altLang="zh-C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add_node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(self, node):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key, </a:t>
            </a:r>
            <a:r>
              <a:rPr lang="en-US" altLang="zh-C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val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 node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if not </a:t>
            </a:r>
            <a:r>
              <a:rPr lang="en-US" altLang="zh-C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isinstance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val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list):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	print('Nodes should be entered as a linear table') 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	</a:t>
            </a:r>
            <a:r>
              <a:rPr lang="en-US" altLang="zh-C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self.neighbor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[key] = </a:t>
            </a:r>
            <a:r>
              <a:rPr lang="en-US" altLang="zh-C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val</a:t>
            </a:r>
            <a:endParaRPr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549289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5B31B1C-86BF-495F-A0F0-E1EEE6597C77}"/>
              </a:ext>
            </a:extLst>
          </p:cNvPr>
          <p:cNvGrpSpPr/>
          <p:nvPr/>
        </p:nvGrpSpPr>
        <p:grpSpPr>
          <a:xfrm>
            <a:off x="-1" y="-15240"/>
            <a:ext cx="12190414" cy="6874828"/>
            <a:chOff x="-1" y="-15240"/>
            <a:chExt cx="12190414" cy="6874828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E677B32-EFDE-46D8-BCFE-82887C8907FB}"/>
                </a:ext>
              </a:extLst>
            </p:cNvPr>
            <p:cNvSpPr/>
            <p:nvPr/>
          </p:nvSpPr>
          <p:spPr>
            <a:xfrm>
              <a:off x="-1" y="0"/>
              <a:ext cx="12190413" cy="6859588"/>
            </a:xfrm>
            <a:prstGeom prst="rect">
              <a:avLst/>
            </a:prstGeom>
            <a:solidFill>
              <a:srgbClr val="278CC1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5AB5753E-55E4-4D0C-8591-3C2F15EBD468}"/>
                </a:ext>
              </a:extLst>
            </p:cNvPr>
            <p:cNvGrpSpPr/>
            <p:nvPr/>
          </p:nvGrpSpPr>
          <p:grpSpPr>
            <a:xfrm>
              <a:off x="1" y="-15240"/>
              <a:ext cx="12190412" cy="1105666"/>
              <a:chOff x="1" y="-15240"/>
              <a:chExt cx="12190412" cy="1105666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1" y="237419"/>
                <a:ext cx="12190412" cy="834766"/>
                <a:chOff x="1" y="333671"/>
                <a:chExt cx="12190412" cy="834766"/>
              </a:xfrm>
            </p:grpSpPr>
            <p:sp>
              <p:nvSpPr>
                <p:cNvPr id="16" name="TextBox 20"/>
                <p:cNvSpPr txBox="1"/>
                <p:nvPr/>
              </p:nvSpPr>
              <p:spPr>
                <a:xfrm>
                  <a:off x="1030121" y="333671"/>
                  <a:ext cx="596658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chemeClr val="accent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anose="02020603050405020304" pitchFamily="18" charset="0"/>
                      <a:ea typeface="微软雅黑" pitchFamily="34" charset="-122"/>
                      <a:cs typeface="Times New Roman" panose="02020603050405020304" pitchFamily="18" charset="0"/>
                    </a:rPr>
                    <a:t>4.2.5 Depth-first search</a:t>
                  </a:r>
                </a:p>
              </p:txBody>
            </p:sp>
            <p:sp>
              <p:nvSpPr>
                <p:cNvPr id="15" name="矩形 14"/>
                <p:cNvSpPr/>
                <p:nvPr/>
              </p:nvSpPr>
              <p:spPr>
                <a:xfrm flipV="1">
                  <a:off x="1" y="1122718"/>
                  <a:ext cx="12190412" cy="4571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0" name="图片 9">
                <a:extLst>
                  <a:ext uri="{FF2B5EF4-FFF2-40B4-BE49-F238E27FC236}">
                    <a16:creationId xmlns:a16="http://schemas.microsoft.com/office/drawing/2014/main" id="{B6F55FFD-B35C-4987-ADA8-E056CE382A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15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5808" y="-15240"/>
                <a:ext cx="777037" cy="1105666"/>
              </a:xfrm>
              <a:prstGeom prst="rect">
                <a:avLst/>
              </a:prstGeom>
            </p:spPr>
          </p:pic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12BFC0E9-A201-4FFB-8716-A58422878134}"/>
              </a:ext>
            </a:extLst>
          </p:cNvPr>
          <p:cNvSpPr txBox="1"/>
          <p:nvPr/>
        </p:nvSpPr>
        <p:spPr>
          <a:xfrm>
            <a:off x="-904126" y="11918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59" name="内容占位符 2">
            <a:extLst>
              <a:ext uri="{FF2B5EF4-FFF2-40B4-BE49-F238E27FC236}">
                <a16:creationId xmlns:a16="http://schemas.microsoft.com/office/drawing/2014/main" id="{48D63F4F-82B3-400A-A83F-B35CEC9A048D}"/>
              </a:ext>
            </a:extLst>
          </p:cNvPr>
          <p:cNvSpPr txBox="1">
            <a:spLocks/>
          </p:cNvSpPr>
          <p:nvPr/>
        </p:nvSpPr>
        <p:spPr>
          <a:xfrm>
            <a:off x="540914" y="1422468"/>
            <a:ext cx="11140224" cy="5199701"/>
          </a:xfrm>
          <a:prstGeom prst="rect">
            <a:avLst/>
          </a:prstGeom>
        </p:spPr>
        <p:txBody>
          <a:bodyPr>
            <a:normAutofit fontScale="99211"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defining a class to create a graph, using an adjacency matrix</a:t>
            </a:r>
            <a:endParaRPr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if __name__ == '__main__':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# create a tree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 = Graph()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g.add_node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(('A', ['B', 'C']))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g.add_node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(('B', ['D', 'E']))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g.add_node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(('C', ['F']))</a:t>
            </a:r>
          </a:p>
        </p:txBody>
      </p:sp>
    </p:spTree>
    <p:extLst>
      <p:ext uri="{BB962C8B-B14F-4D97-AF65-F5344CB8AC3E}">
        <p14:creationId xmlns:p14="http://schemas.microsoft.com/office/powerpoint/2010/main" val="2365116682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5B31B1C-86BF-495F-A0F0-E1EEE6597C77}"/>
              </a:ext>
            </a:extLst>
          </p:cNvPr>
          <p:cNvGrpSpPr/>
          <p:nvPr/>
        </p:nvGrpSpPr>
        <p:grpSpPr>
          <a:xfrm>
            <a:off x="-1" y="-15240"/>
            <a:ext cx="12190414" cy="6874828"/>
            <a:chOff x="-1" y="-15240"/>
            <a:chExt cx="12190414" cy="6874828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E677B32-EFDE-46D8-BCFE-82887C8907FB}"/>
                </a:ext>
              </a:extLst>
            </p:cNvPr>
            <p:cNvSpPr/>
            <p:nvPr/>
          </p:nvSpPr>
          <p:spPr>
            <a:xfrm>
              <a:off x="-1" y="0"/>
              <a:ext cx="12190413" cy="6859588"/>
            </a:xfrm>
            <a:prstGeom prst="rect">
              <a:avLst/>
            </a:prstGeom>
            <a:solidFill>
              <a:srgbClr val="278CC1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5AB5753E-55E4-4D0C-8591-3C2F15EBD468}"/>
                </a:ext>
              </a:extLst>
            </p:cNvPr>
            <p:cNvGrpSpPr/>
            <p:nvPr/>
          </p:nvGrpSpPr>
          <p:grpSpPr>
            <a:xfrm>
              <a:off x="1" y="-15240"/>
              <a:ext cx="12190412" cy="1105666"/>
              <a:chOff x="1" y="-15240"/>
              <a:chExt cx="12190412" cy="1105666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1" y="237419"/>
                <a:ext cx="12190412" cy="834766"/>
                <a:chOff x="1" y="333671"/>
                <a:chExt cx="12190412" cy="834766"/>
              </a:xfrm>
            </p:grpSpPr>
            <p:sp>
              <p:nvSpPr>
                <p:cNvPr id="16" name="TextBox 20"/>
                <p:cNvSpPr txBox="1"/>
                <p:nvPr/>
              </p:nvSpPr>
              <p:spPr>
                <a:xfrm>
                  <a:off x="1030121" y="333671"/>
                  <a:ext cx="596658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chemeClr val="accent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anose="02020603050405020304" pitchFamily="18" charset="0"/>
                      <a:ea typeface="微软雅黑" pitchFamily="34" charset="-122"/>
                      <a:cs typeface="Times New Roman" panose="02020603050405020304" pitchFamily="18" charset="0"/>
                    </a:rPr>
                    <a:t>4.2.5 Depth-first search</a:t>
                  </a:r>
                </a:p>
              </p:txBody>
            </p:sp>
            <p:sp>
              <p:nvSpPr>
                <p:cNvPr id="15" name="矩形 14"/>
                <p:cNvSpPr/>
                <p:nvPr/>
              </p:nvSpPr>
              <p:spPr>
                <a:xfrm flipV="1">
                  <a:off x="1" y="1122718"/>
                  <a:ext cx="12190412" cy="4571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0" name="图片 9">
                <a:extLst>
                  <a:ext uri="{FF2B5EF4-FFF2-40B4-BE49-F238E27FC236}">
                    <a16:creationId xmlns:a16="http://schemas.microsoft.com/office/drawing/2014/main" id="{B6F55FFD-B35C-4987-ADA8-E056CE382A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15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5808" y="-15240"/>
                <a:ext cx="777037" cy="1105666"/>
              </a:xfrm>
              <a:prstGeom prst="rect">
                <a:avLst/>
              </a:prstGeom>
            </p:spPr>
          </p:pic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12BFC0E9-A201-4FFB-8716-A58422878134}"/>
              </a:ext>
            </a:extLst>
          </p:cNvPr>
          <p:cNvSpPr txBox="1"/>
          <p:nvPr/>
        </p:nvSpPr>
        <p:spPr>
          <a:xfrm>
            <a:off x="-904126" y="11918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59" name="内容占位符 2">
            <a:extLst>
              <a:ext uri="{FF2B5EF4-FFF2-40B4-BE49-F238E27FC236}">
                <a16:creationId xmlns:a16="http://schemas.microsoft.com/office/drawing/2014/main" id="{48D63F4F-82B3-400A-A83F-B35CEC9A048D}"/>
              </a:ext>
            </a:extLst>
          </p:cNvPr>
          <p:cNvSpPr txBox="1">
            <a:spLocks/>
          </p:cNvSpPr>
          <p:nvPr/>
        </p:nvSpPr>
        <p:spPr>
          <a:xfrm>
            <a:off x="525093" y="1191802"/>
            <a:ext cx="11140224" cy="5789037"/>
          </a:xfrm>
          <a:prstGeom prst="rect">
            <a:avLst/>
          </a:prstGeom>
        </p:spPr>
        <p:txBody>
          <a:bodyPr>
            <a:normAutofit fontScale="61711" lnSpcReduction="20000"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 Implementation of breadth-first search algorithm</a:t>
            </a:r>
            <a:endParaRPr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def BFS(self, root):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#First check whether the root node is empty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if root != None: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search_queue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 deque()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search_queue.append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(root)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visited = []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else: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print('root is None')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return -1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while </a:t>
            </a:r>
            <a:r>
              <a:rPr lang="en-US" altLang="zh-C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search_queue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person = </a:t>
            </a:r>
            <a:r>
              <a:rPr lang="en-US" altLang="zh-C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search_queue.popleft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self.order.append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(person)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if (not person in visited) and (person in </a:t>
            </a:r>
            <a:r>
              <a:rPr lang="en-US" altLang="zh-C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self.neighbor.keys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()):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	</a:t>
            </a:r>
            <a:r>
              <a:rPr lang="en-US" altLang="zh-C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search_queue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+= </a:t>
            </a:r>
            <a:r>
              <a:rPr lang="en-US" altLang="zh-C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self.neighbor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[person]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	</a:t>
            </a:r>
            <a:r>
              <a:rPr lang="en-US" altLang="zh-C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visited.append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(person)</a:t>
            </a:r>
          </a:p>
        </p:txBody>
      </p:sp>
    </p:spTree>
    <p:extLst>
      <p:ext uri="{BB962C8B-B14F-4D97-AF65-F5344CB8AC3E}">
        <p14:creationId xmlns:p14="http://schemas.microsoft.com/office/powerpoint/2010/main" val="1557124149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5B31B1C-86BF-495F-A0F0-E1EEE6597C77}"/>
              </a:ext>
            </a:extLst>
          </p:cNvPr>
          <p:cNvGrpSpPr/>
          <p:nvPr/>
        </p:nvGrpSpPr>
        <p:grpSpPr>
          <a:xfrm>
            <a:off x="-1" y="-15240"/>
            <a:ext cx="12190414" cy="6874828"/>
            <a:chOff x="-1" y="-15240"/>
            <a:chExt cx="12190414" cy="6874828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E677B32-EFDE-46D8-BCFE-82887C8907FB}"/>
                </a:ext>
              </a:extLst>
            </p:cNvPr>
            <p:cNvSpPr/>
            <p:nvPr/>
          </p:nvSpPr>
          <p:spPr>
            <a:xfrm>
              <a:off x="-1" y="0"/>
              <a:ext cx="12190413" cy="6859588"/>
            </a:xfrm>
            <a:prstGeom prst="rect">
              <a:avLst/>
            </a:prstGeom>
            <a:solidFill>
              <a:srgbClr val="278CC1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5AB5753E-55E4-4D0C-8591-3C2F15EBD468}"/>
                </a:ext>
              </a:extLst>
            </p:cNvPr>
            <p:cNvGrpSpPr/>
            <p:nvPr/>
          </p:nvGrpSpPr>
          <p:grpSpPr>
            <a:xfrm>
              <a:off x="1" y="-15240"/>
              <a:ext cx="12190412" cy="3798977"/>
              <a:chOff x="1" y="-15240"/>
              <a:chExt cx="12190412" cy="3798977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1" y="1026466"/>
                <a:ext cx="12190412" cy="2757271"/>
                <a:chOff x="1" y="1122718"/>
                <a:chExt cx="12190412" cy="2757271"/>
              </a:xfrm>
            </p:grpSpPr>
            <p:sp>
              <p:nvSpPr>
                <p:cNvPr id="16" name="TextBox 20"/>
                <p:cNvSpPr txBox="1"/>
                <p:nvPr/>
              </p:nvSpPr>
              <p:spPr>
                <a:xfrm>
                  <a:off x="3631918" y="3172103"/>
                  <a:ext cx="5966580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4000" b="1" dirty="0">
                      <a:solidFill>
                        <a:schemeClr val="accent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anose="02020603050405020304" pitchFamily="18" charset="0"/>
                      <a:ea typeface="微软雅黑" pitchFamily="34" charset="-122"/>
                      <a:cs typeface="Times New Roman" panose="02020603050405020304" pitchFamily="18" charset="0"/>
                    </a:rPr>
                    <a:t>4.2.6 Breadth-first search</a:t>
                  </a:r>
                </a:p>
              </p:txBody>
            </p:sp>
            <p:sp>
              <p:nvSpPr>
                <p:cNvPr id="15" name="矩形 14"/>
                <p:cNvSpPr/>
                <p:nvPr/>
              </p:nvSpPr>
              <p:spPr>
                <a:xfrm flipV="1">
                  <a:off x="1" y="1122718"/>
                  <a:ext cx="12190412" cy="4571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0" name="图片 9">
                <a:extLst>
                  <a:ext uri="{FF2B5EF4-FFF2-40B4-BE49-F238E27FC236}">
                    <a16:creationId xmlns:a16="http://schemas.microsoft.com/office/drawing/2014/main" id="{B6F55FFD-B35C-4987-ADA8-E056CE382A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15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5808" y="-15240"/>
                <a:ext cx="777037" cy="1105666"/>
              </a:xfrm>
              <a:prstGeom prst="rect">
                <a:avLst/>
              </a:prstGeom>
            </p:spPr>
          </p:pic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12BFC0E9-A201-4FFB-8716-A58422878134}"/>
              </a:ext>
            </a:extLst>
          </p:cNvPr>
          <p:cNvSpPr txBox="1"/>
          <p:nvPr/>
        </p:nvSpPr>
        <p:spPr>
          <a:xfrm>
            <a:off x="-904126" y="11918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8891985"/>
      </p:ext>
    </p:extLst>
  </p:cSld>
  <p:clrMapOvr>
    <a:masterClrMapping/>
  </p:clrMapOvr>
  <p:transition spd="slow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5B31B1C-86BF-495F-A0F0-E1EEE6597C77}"/>
              </a:ext>
            </a:extLst>
          </p:cNvPr>
          <p:cNvGrpSpPr/>
          <p:nvPr/>
        </p:nvGrpSpPr>
        <p:grpSpPr>
          <a:xfrm>
            <a:off x="-1" y="-15240"/>
            <a:ext cx="12190414" cy="6874828"/>
            <a:chOff x="-1" y="-15240"/>
            <a:chExt cx="12190414" cy="6874828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E677B32-EFDE-46D8-BCFE-82887C8907FB}"/>
                </a:ext>
              </a:extLst>
            </p:cNvPr>
            <p:cNvSpPr/>
            <p:nvPr/>
          </p:nvSpPr>
          <p:spPr>
            <a:xfrm>
              <a:off x="-1" y="0"/>
              <a:ext cx="12190413" cy="6859588"/>
            </a:xfrm>
            <a:prstGeom prst="rect">
              <a:avLst/>
            </a:prstGeom>
            <a:solidFill>
              <a:srgbClr val="278CC1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5AB5753E-55E4-4D0C-8591-3C2F15EBD468}"/>
                </a:ext>
              </a:extLst>
            </p:cNvPr>
            <p:cNvGrpSpPr/>
            <p:nvPr/>
          </p:nvGrpSpPr>
          <p:grpSpPr>
            <a:xfrm>
              <a:off x="1" y="-15240"/>
              <a:ext cx="12190412" cy="1105666"/>
              <a:chOff x="1" y="-15240"/>
              <a:chExt cx="12190412" cy="1105666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1" y="237419"/>
                <a:ext cx="12190412" cy="834766"/>
                <a:chOff x="1" y="333671"/>
                <a:chExt cx="12190412" cy="834766"/>
              </a:xfrm>
            </p:grpSpPr>
            <p:sp>
              <p:nvSpPr>
                <p:cNvPr id="16" name="TextBox 20"/>
                <p:cNvSpPr txBox="1"/>
                <p:nvPr/>
              </p:nvSpPr>
              <p:spPr>
                <a:xfrm>
                  <a:off x="1030121" y="333671"/>
                  <a:ext cx="596658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chemeClr val="accent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anose="02020603050405020304" pitchFamily="18" charset="0"/>
                      <a:ea typeface="微软雅黑" pitchFamily="34" charset="-122"/>
                      <a:cs typeface="Times New Roman" panose="02020603050405020304" pitchFamily="18" charset="0"/>
                    </a:rPr>
                    <a:t>4.2.6 Breadth-first search</a:t>
                  </a:r>
                </a:p>
              </p:txBody>
            </p:sp>
            <p:sp>
              <p:nvSpPr>
                <p:cNvPr id="15" name="矩形 14"/>
                <p:cNvSpPr/>
                <p:nvPr/>
              </p:nvSpPr>
              <p:spPr>
                <a:xfrm flipV="1">
                  <a:off x="1" y="1122718"/>
                  <a:ext cx="12190412" cy="4571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0" name="图片 9">
                <a:extLst>
                  <a:ext uri="{FF2B5EF4-FFF2-40B4-BE49-F238E27FC236}">
                    <a16:creationId xmlns:a16="http://schemas.microsoft.com/office/drawing/2014/main" id="{B6F55FFD-B35C-4987-ADA8-E056CE382A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15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5808" y="-15240"/>
                <a:ext cx="777037" cy="1105666"/>
              </a:xfrm>
              <a:prstGeom prst="rect">
                <a:avLst/>
              </a:prstGeom>
            </p:spPr>
          </p:pic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12BFC0E9-A201-4FFB-8716-A58422878134}"/>
              </a:ext>
            </a:extLst>
          </p:cNvPr>
          <p:cNvSpPr txBox="1"/>
          <p:nvPr/>
        </p:nvSpPr>
        <p:spPr>
          <a:xfrm>
            <a:off x="-904126" y="11918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59" name="内容占位符 2">
            <a:extLst>
              <a:ext uri="{FF2B5EF4-FFF2-40B4-BE49-F238E27FC236}">
                <a16:creationId xmlns:a16="http://schemas.microsoft.com/office/drawing/2014/main" id="{48D63F4F-82B3-400A-A83F-B35CEC9A048D}"/>
              </a:ext>
            </a:extLst>
          </p:cNvPr>
          <p:cNvSpPr txBox="1">
            <a:spLocks/>
          </p:cNvSpPr>
          <p:nvPr/>
        </p:nvSpPr>
        <p:spPr>
          <a:xfrm>
            <a:off x="398673" y="1191802"/>
            <a:ext cx="11953025" cy="5199701"/>
          </a:xfrm>
          <a:prstGeom prst="rect">
            <a:avLst/>
          </a:prstGeom>
        </p:spPr>
        <p:txBody>
          <a:bodyPr>
            <a:normAutofit fontScale="95023"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With BFS, nodes can be accessed layer by layer, from the top of the tree to the bottom of the tree, in a left-to-right manner (or right-to-left). 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You need to visit all the nodes at level i before you can access the nodes at level i +1.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The traversal process for BFS. Visit the nodes in the following order: A, B, C, D, E, F, G.</a:t>
            </a:r>
            <a:b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b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endParaRPr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DA84B1B2-FEB4-4540-9158-C0E7683B67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7552223"/>
              </p:ext>
            </p:extLst>
          </p:nvPr>
        </p:nvGraphicFramePr>
        <p:xfrm>
          <a:off x="5733915" y="3288977"/>
          <a:ext cx="6617784" cy="36652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16" name="Visio" r:id="rId6" imgW="2062776" imgH="1144971" progId="Visio.Drawing.11">
                  <p:embed/>
                </p:oleObj>
              </mc:Choice>
              <mc:Fallback>
                <p:oleObj name="Visio" r:id="rId6" imgW="2062776" imgH="1144971" progId="Visio.Drawing.11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DA84B1B2-FEB4-4540-9158-C0E7683B67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3915" y="3288977"/>
                        <a:ext cx="6617784" cy="366523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534" name="Picture 150" descr="广度优先遍历BFS动图">
            <a:extLst>
              <a:ext uri="{FF2B5EF4-FFF2-40B4-BE49-F238E27FC236}">
                <a16:creationId xmlns:a16="http://schemas.microsoft.com/office/drawing/2014/main" id="{DACE65F0-A368-421D-B125-8815B3A3684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121" y="3544888"/>
            <a:ext cx="4829175" cy="331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3296099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5B31B1C-86BF-495F-A0F0-E1EEE6597C77}"/>
              </a:ext>
            </a:extLst>
          </p:cNvPr>
          <p:cNvGrpSpPr/>
          <p:nvPr/>
        </p:nvGrpSpPr>
        <p:grpSpPr>
          <a:xfrm>
            <a:off x="-1" y="-15240"/>
            <a:ext cx="12190414" cy="6874828"/>
            <a:chOff x="-1" y="-15240"/>
            <a:chExt cx="12190414" cy="6874828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E677B32-EFDE-46D8-BCFE-82887C8907FB}"/>
                </a:ext>
              </a:extLst>
            </p:cNvPr>
            <p:cNvSpPr/>
            <p:nvPr/>
          </p:nvSpPr>
          <p:spPr>
            <a:xfrm>
              <a:off x="-1" y="0"/>
              <a:ext cx="12190413" cy="6859588"/>
            </a:xfrm>
            <a:prstGeom prst="rect">
              <a:avLst/>
            </a:prstGeom>
            <a:solidFill>
              <a:srgbClr val="278CC1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5AB5753E-55E4-4D0C-8591-3C2F15EBD468}"/>
                </a:ext>
              </a:extLst>
            </p:cNvPr>
            <p:cNvGrpSpPr/>
            <p:nvPr/>
          </p:nvGrpSpPr>
          <p:grpSpPr>
            <a:xfrm>
              <a:off x="1" y="-15240"/>
              <a:ext cx="12190412" cy="1105666"/>
              <a:chOff x="1" y="-15240"/>
              <a:chExt cx="12190412" cy="1105666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1" y="237419"/>
                <a:ext cx="12190412" cy="834766"/>
                <a:chOff x="1" y="333671"/>
                <a:chExt cx="12190412" cy="834766"/>
              </a:xfrm>
            </p:grpSpPr>
            <p:sp>
              <p:nvSpPr>
                <p:cNvPr id="16" name="TextBox 20"/>
                <p:cNvSpPr txBox="1"/>
                <p:nvPr/>
              </p:nvSpPr>
              <p:spPr>
                <a:xfrm>
                  <a:off x="1030121" y="333671"/>
                  <a:ext cx="596658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chemeClr val="accent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anose="02020603050405020304" pitchFamily="18" charset="0"/>
                      <a:ea typeface="微软雅黑" pitchFamily="34" charset="-122"/>
                      <a:cs typeface="Times New Roman" panose="02020603050405020304" pitchFamily="18" charset="0"/>
                    </a:rPr>
                    <a:t>4.2.6 Breadth-first search</a:t>
                  </a:r>
                </a:p>
              </p:txBody>
            </p:sp>
            <p:sp>
              <p:nvSpPr>
                <p:cNvPr id="15" name="矩形 14"/>
                <p:cNvSpPr/>
                <p:nvPr/>
              </p:nvSpPr>
              <p:spPr>
                <a:xfrm flipV="1">
                  <a:off x="1" y="1122718"/>
                  <a:ext cx="12190412" cy="4571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0" name="图片 9">
                <a:extLst>
                  <a:ext uri="{FF2B5EF4-FFF2-40B4-BE49-F238E27FC236}">
                    <a16:creationId xmlns:a16="http://schemas.microsoft.com/office/drawing/2014/main" id="{B6F55FFD-B35C-4987-ADA8-E056CE382A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15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5808" y="-15240"/>
                <a:ext cx="777037" cy="1105666"/>
              </a:xfrm>
              <a:prstGeom prst="rect">
                <a:avLst/>
              </a:prstGeom>
            </p:spPr>
          </p:pic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12BFC0E9-A201-4FFB-8716-A58422878134}"/>
              </a:ext>
            </a:extLst>
          </p:cNvPr>
          <p:cNvSpPr txBox="1"/>
          <p:nvPr/>
        </p:nvSpPr>
        <p:spPr>
          <a:xfrm>
            <a:off x="-904126" y="11918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59" name="内容占位符 2">
            <a:extLst>
              <a:ext uri="{FF2B5EF4-FFF2-40B4-BE49-F238E27FC236}">
                <a16:creationId xmlns:a16="http://schemas.microsoft.com/office/drawing/2014/main" id="{48D63F4F-82B3-400A-A83F-B35CEC9A048D}"/>
              </a:ext>
            </a:extLst>
          </p:cNvPr>
          <p:cNvSpPr txBox="1">
            <a:spLocks/>
          </p:cNvSpPr>
          <p:nvPr/>
        </p:nvSpPr>
        <p:spPr>
          <a:xfrm>
            <a:off x="540914" y="1422468"/>
            <a:ext cx="11140224" cy="5199701"/>
          </a:xfrm>
          <a:prstGeom prst="rect">
            <a:avLst/>
          </a:prstGeom>
        </p:spPr>
        <p:txBody>
          <a:bodyPr>
            <a:normAutofit fontScale="90665" lnSpcReduction="10000"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The basic idea:</a:t>
            </a:r>
            <a:endParaRPr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 Start node expansion from the initial node S 0, check whether the first child node of S 0 is the target node, if it is not the target node, then expand the node;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Then investigate whether the second child node of S 0 is the target node; if not, expand it;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 After inspecting and expanding all the child nodes of S 0, then inspecting and expanding the child nodes of all the child nodes of S 0 respectively, searching downwards until the target state of S g is found.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 Do not process the nodes of layer n+1 until all the nodes of layer n are investigated and expanded.</a:t>
            </a:r>
          </a:p>
        </p:txBody>
      </p:sp>
    </p:spTree>
    <p:extLst>
      <p:ext uri="{BB962C8B-B14F-4D97-AF65-F5344CB8AC3E}">
        <p14:creationId xmlns:p14="http://schemas.microsoft.com/office/powerpoint/2010/main" val="2025909687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5B31B1C-86BF-495F-A0F0-E1EEE6597C77}"/>
              </a:ext>
            </a:extLst>
          </p:cNvPr>
          <p:cNvGrpSpPr/>
          <p:nvPr/>
        </p:nvGrpSpPr>
        <p:grpSpPr>
          <a:xfrm>
            <a:off x="-1" y="-15240"/>
            <a:ext cx="12190414" cy="6874828"/>
            <a:chOff x="-1" y="-15240"/>
            <a:chExt cx="12190414" cy="6874828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E677B32-EFDE-46D8-BCFE-82887C8907FB}"/>
                </a:ext>
              </a:extLst>
            </p:cNvPr>
            <p:cNvSpPr/>
            <p:nvPr/>
          </p:nvSpPr>
          <p:spPr>
            <a:xfrm>
              <a:off x="-1" y="0"/>
              <a:ext cx="12190413" cy="6859588"/>
            </a:xfrm>
            <a:prstGeom prst="rect">
              <a:avLst/>
            </a:prstGeom>
            <a:solidFill>
              <a:srgbClr val="278CC1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5AB5753E-55E4-4D0C-8591-3C2F15EBD468}"/>
                </a:ext>
              </a:extLst>
            </p:cNvPr>
            <p:cNvGrpSpPr/>
            <p:nvPr/>
          </p:nvGrpSpPr>
          <p:grpSpPr>
            <a:xfrm>
              <a:off x="1" y="-15240"/>
              <a:ext cx="12190412" cy="1105666"/>
              <a:chOff x="1" y="-15240"/>
              <a:chExt cx="12190412" cy="1105666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1" y="237419"/>
                <a:ext cx="12190412" cy="834766"/>
                <a:chOff x="1" y="333671"/>
                <a:chExt cx="12190412" cy="834766"/>
              </a:xfrm>
            </p:grpSpPr>
            <p:sp>
              <p:nvSpPr>
                <p:cNvPr id="16" name="TextBox 20"/>
                <p:cNvSpPr txBox="1"/>
                <p:nvPr/>
              </p:nvSpPr>
              <p:spPr>
                <a:xfrm>
                  <a:off x="1030121" y="333671"/>
                  <a:ext cx="596658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chemeClr val="accent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anose="02020603050405020304" pitchFamily="18" charset="0"/>
                      <a:ea typeface="微软雅黑" pitchFamily="34" charset="-122"/>
                      <a:cs typeface="Times New Roman" panose="02020603050405020304" pitchFamily="18" charset="0"/>
                    </a:rPr>
                    <a:t>4.2.5 Depth-first search</a:t>
                  </a:r>
                </a:p>
              </p:txBody>
            </p:sp>
            <p:sp>
              <p:nvSpPr>
                <p:cNvPr id="15" name="矩形 14"/>
                <p:cNvSpPr/>
                <p:nvPr/>
              </p:nvSpPr>
              <p:spPr>
                <a:xfrm flipV="1">
                  <a:off x="1" y="1122718"/>
                  <a:ext cx="12190412" cy="4571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0" name="图片 9">
                <a:extLst>
                  <a:ext uri="{FF2B5EF4-FFF2-40B4-BE49-F238E27FC236}">
                    <a16:creationId xmlns:a16="http://schemas.microsoft.com/office/drawing/2014/main" id="{B6F55FFD-B35C-4987-ADA8-E056CE382A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15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5808" y="-15240"/>
                <a:ext cx="777037" cy="1105666"/>
              </a:xfrm>
              <a:prstGeom prst="rect">
                <a:avLst/>
              </a:prstGeom>
            </p:spPr>
          </p:pic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12BFC0E9-A201-4FFB-8716-A58422878134}"/>
              </a:ext>
            </a:extLst>
          </p:cNvPr>
          <p:cNvSpPr txBox="1"/>
          <p:nvPr/>
        </p:nvSpPr>
        <p:spPr>
          <a:xfrm>
            <a:off x="-904126" y="11918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59" name="内容占位符 2">
            <a:extLst>
              <a:ext uri="{FF2B5EF4-FFF2-40B4-BE49-F238E27FC236}">
                <a16:creationId xmlns:a16="http://schemas.microsoft.com/office/drawing/2014/main" id="{48D63F4F-82B3-400A-A83F-B35CEC9A048D}"/>
              </a:ext>
            </a:extLst>
          </p:cNvPr>
          <p:cNvSpPr txBox="1">
            <a:spLocks/>
          </p:cNvSpPr>
          <p:nvPr/>
        </p:nvSpPr>
        <p:spPr>
          <a:xfrm>
            <a:off x="525093" y="1191802"/>
            <a:ext cx="11140224" cy="5789037"/>
          </a:xfrm>
          <a:prstGeom prst="rect">
            <a:avLst/>
          </a:prstGeom>
        </p:spPr>
        <p:txBody>
          <a:bodyPr>
            <a:normAutofit fontScale="54211" lnSpcReduction="20000"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 Implementation of depth-first search algorithm</a:t>
            </a:r>
            <a:endParaRPr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def DFS(self, root):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if root != None: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search_queue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 deque()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search_queue.append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(root)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visited = []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else: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print('root is None')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return -1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while </a:t>
            </a:r>
            <a:r>
              <a:rPr lang="en-US" altLang="zh-C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search_queue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person = </a:t>
            </a:r>
            <a:r>
              <a:rPr lang="en-US" altLang="zh-C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search_queue.popleft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self.order.append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(person)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if (not person in visited) and (person in </a:t>
            </a:r>
            <a:r>
              <a:rPr lang="en-US" altLang="zh-C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self.neighbor.keys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()):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tmp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 </a:t>
            </a:r>
            <a:r>
              <a:rPr lang="en-US" altLang="zh-C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self.neighbor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[person]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tmp.reverse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for index in </a:t>
            </a:r>
            <a:r>
              <a:rPr lang="en-US" altLang="zh-C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tmp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	</a:t>
            </a:r>
            <a:r>
              <a:rPr lang="en-US" altLang="zh-C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search_queue.appendleft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(index)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	</a:t>
            </a:r>
            <a:r>
              <a:rPr lang="en-US" altLang="zh-C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visited.append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(person)</a:t>
            </a:r>
          </a:p>
        </p:txBody>
      </p:sp>
    </p:spTree>
    <p:extLst>
      <p:ext uri="{BB962C8B-B14F-4D97-AF65-F5344CB8AC3E}">
        <p14:creationId xmlns:p14="http://schemas.microsoft.com/office/powerpoint/2010/main" val="1035708258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5B31B1C-86BF-495F-A0F0-E1EEE6597C77}"/>
              </a:ext>
            </a:extLst>
          </p:cNvPr>
          <p:cNvGrpSpPr/>
          <p:nvPr/>
        </p:nvGrpSpPr>
        <p:grpSpPr>
          <a:xfrm>
            <a:off x="-1" y="-15240"/>
            <a:ext cx="12190414" cy="6874828"/>
            <a:chOff x="-1" y="-15240"/>
            <a:chExt cx="12190414" cy="6874828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E677B32-EFDE-46D8-BCFE-82887C8907FB}"/>
                </a:ext>
              </a:extLst>
            </p:cNvPr>
            <p:cNvSpPr/>
            <p:nvPr/>
          </p:nvSpPr>
          <p:spPr>
            <a:xfrm>
              <a:off x="-1" y="0"/>
              <a:ext cx="12190413" cy="6859588"/>
            </a:xfrm>
            <a:prstGeom prst="rect">
              <a:avLst/>
            </a:prstGeom>
            <a:solidFill>
              <a:srgbClr val="278CC1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5AB5753E-55E4-4D0C-8591-3C2F15EBD468}"/>
                </a:ext>
              </a:extLst>
            </p:cNvPr>
            <p:cNvGrpSpPr/>
            <p:nvPr/>
          </p:nvGrpSpPr>
          <p:grpSpPr>
            <a:xfrm>
              <a:off x="1" y="-15240"/>
              <a:ext cx="12190412" cy="1105666"/>
              <a:chOff x="1" y="-15240"/>
              <a:chExt cx="12190412" cy="1105666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1" y="237419"/>
                <a:ext cx="12190412" cy="834766"/>
                <a:chOff x="1" y="333671"/>
                <a:chExt cx="12190412" cy="834766"/>
              </a:xfrm>
            </p:grpSpPr>
            <p:sp>
              <p:nvSpPr>
                <p:cNvPr id="16" name="TextBox 20"/>
                <p:cNvSpPr txBox="1"/>
                <p:nvPr/>
              </p:nvSpPr>
              <p:spPr>
                <a:xfrm>
                  <a:off x="1030121" y="333671"/>
                  <a:ext cx="596658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chemeClr val="accent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anose="02020603050405020304" pitchFamily="18" charset="0"/>
                      <a:ea typeface="微软雅黑" pitchFamily="34" charset="-122"/>
                      <a:cs typeface="Times New Roman" panose="02020603050405020304" pitchFamily="18" charset="0"/>
                    </a:rPr>
                    <a:t>4.2.5 The whole code</a:t>
                  </a:r>
                </a:p>
              </p:txBody>
            </p:sp>
            <p:sp>
              <p:nvSpPr>
                <p:cNvPr id="15" name="矩形 14"/>
                <p:cNvSpPr/>
                <p:nvPr/>
              </p:nvSpPr>
              <p:spPr>
                <a:xfrm flipV="1">
                  <a:off x="1" y="1122718"/>
                  <a:ext cx="12190412" cy="4571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0" name="图片 9">
                <a:extLst>
                  <a:ext uri="{FF2B5EF4-FFF2-40B4-BE49-F238E27FC236}">
                    <a16:creationId xmlns:a16="http://schemas.microsoft.com/office/drawing/2014/main" id="{B6F55FFD-B35C-4987-ADA8-E056CE382A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15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5808" y="-15240"/>
                <a:ext cx="777037" cy="1105666"/>
              </a:xfrm>
              <a:prstGeom prst="rect">
                <a:avLst/>
              </a:prstGeom>
            </p:spPr>
          </p:pic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12BFC0E9-A201-4FFB-8716-A58422878134}"/>
              </a:ext>
            </a:extLst>
          </p:cNvPr>
          <p:cNvSpPr txBox="1"/>
          <p:nvPr/>
        </p:nvSpPr>
        <p:spPr>
          <a:xfrm>
            <a:off x="-904126" y="11918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59" name="内容占位符 2">
            <a:extLst>
              <a:ext uri="{FF2B5EF4-FFF2-40B4-BE49-F238E27FC236}">
                <a16:creationId xmlns:a16="http://schemas.microsoft.com/office/drawing/2014/main" id="{48D63F4F-82B3-400A-A83F-B35CEC9A048D}"/>
              </a:ext>
            </a:extLst>
          </p:cNvPr>
          <p:cNvSpPr txBox="1">
            <a:spLocks/>
          </p:cNvSpPr>
          <p:nvPr/>
        </p:nvSpPr>
        <p:spPr>
          <a:xfrm>
            <a:off x="525093" y="1191802"/>
            <a:ext cx="11140224" cy="5789037"/>
          </a:xfrm>
          <a:prstGeom prst="rect">
            <a:avLst/>
          </a:prstGeom>
        </p:spPr>
        <p:txBody>
          <a:bodyPr>
            <a:normAutofit fontScale="99211"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192D9BF-09FC-4E15-BE52-F9E557A827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092" y="1327845"/>
            <a:ext cx="4495800" cy="39909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D2A4287-EA78-48FF-9197-C6DF08914E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1494" y="1338013"/>
            <a:ext cx="5923281" cy="3967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953151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5B31B1C-86BF-495F-A0F0-E1EEE6597C77}"/>
              </a:ext>
            </a:extLst>
          </p:cNvPr>
          <p:cNvGrpSpPr/>
          <p:nvPr/>
        </p:nvGrpSpPr>
        <p:grpSpPr>
          <a:xfrm>
            <a:off x="-1" y="-15240"/>
            <a:ext cx="12190414" cy="6874828"/>
            <a:chOff x="-1" y="-15240"/>
            <a:chExt cx="12190414" cy="6874828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E677B32-EFDE-46D8-BCFE-82887C8907FB}"/>
                </a:ext>
              </a:extLst>
            </p:cNvPr>
            <p:cNvSpPr/>
            <p:nvPr/>
          </p:nvSpPr>
          <p:spPr>
            <a:xfrm>
              <a:off x="-1" y="0"/>
              <a:ext cx="12190413" cy="6859588"/>
            </a:xfrm>
            <a:prstGeom prst="rect">
              <a:avLst/>
            </a:prstGeom>
            <a:solidFill>
              <a:srgbClr val="278CC1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5AB5753E-55E4-4D0C-8591-3C2F15EBD468}"/>
                </a:ext>
              </a:extLst>
            </p:cNvPr>
            <p:cNvGrpSpPr/>
            <p:nvPr/>
          </p:nvGrpSpPr>
          <p:grpSpPr>
            <a:xfrm>
              <a:off x="1" y="-15240"/>
              <a:ext cx="12190412" cy="1105666"/>
              <a:chOff x="1" y="-15240"/>
              <a:chExt cx="12190412" cy="1105666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1" y="237419"/>
                <a:ext cx="12190412" cy="834766"/>
                <a:chOff x="1" y="333671"/>
                <a:chExt cx="12190412" cy="834766"/>
              </a:xfrm>
            </p:grpSpPr>
            <p:sp>
              <p:nvSpPr>
                <p:cNvPr id="16" name="TextBox 20"/>
                <p:cNvSpPr txBox="1"/>
                <p:nvPr/>
              </p:nvSpPr>
              <p:spPr>
                <a:xfrm>
                  <a:off x="1030121" y="333671"/>
                  <a:ext cx="596658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chemeClr val="accent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anose="02020603050405020304" pitchFamily="18" charset="0"/>
                      <a:ea typeface="微软雅黑" pitchFamily="34" charset="-122"/>
                      <a:cs typeface="Times New Roman" panose="02020603050405020304" pitchFamily="18" charset="0"/>
                    </a:rPr>
                    <a:t>4.2.5 The whole code</a:t>
                  </a:r>
                </a:p>
              </p:txBody>
            </p:sp>
            <p:sp>
              <p:nvSpPr>
                <p:cNvPr id="15" name="矩形 14"/>
                <p:cNvSpPr/>
                <p:nvPr/>
              </p:nvSpPr>
              <p:spPr>
                <a:xfrm flipV="1">
                  <a:off x="1" y="1122718"/>
                  <a:ext cx="12190412" cy="4571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0" name="图片 9">
                <a:extLst>
                  <a:ext uri="{FF2B5EF4-FFF2-40B4-BE49-F238E27FC236}">
                    <a16:creationId xmlns:a16="http://schemas.microsoft.com/office/drawing/2014/main" id="{B6F55FFD-B35C-4987-ADA8-E056CE382A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15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5808" y="-15240"/>
                <a:ext cx="777037" cy="1105666"/>
              </a:xfrm>
              <a:prstGeom prst="rect">
                <a:avLst/>
              </a:prstGeom>
            </p:spPr>
          </p:pic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12BFC0E9-A201-4FFB-8716-A58422878134}"/>
              </a:ext>
            </a:extLst>
          </p:cNvPr>
          <p:cNvSpPr txBox="1"/>
          <p:nvPr/>
        </p:nvSpPr>
        <p:spPr>
          <a:xfrm>
            <a:off x="-904126" y="11918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59" name="内容占位符 2">
            <a:extLst>
              <a:ext uri="{FF2B5EF4-FFF2-40B4-BE49-F238E27FC236}">
                <a16:creationId xmlns:a16="http://schemas.microsoft.com/office/drawing/2014/main" id="{48D63F4F-82B3-400A-A83F-B35CEC9A048D}"/>
              </a:ext>
            </a:extLst>
          </p:cNvPr>
          <p:cNvSpPr txBox="1">
            <a:spLocks/>
          </p:cNvSpPr>
          <p:nvPr/>
        </p:nvSpPr>
        <p:spPr>
          <a:xfrm>
            <a:off x="525093" y="1191802"/>
            <a:ext cx="11140224" cy="5789037"/>
          </a:xfrm>
          <a:prstGeom prst="rect">
            <a:avLst/>
          </a:prstGeom>
        </p:spPr>
        <p:txBody>
          <a:bodyPr>
            <a:normAutofit fontScale="99211"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D43DA96-3C5E-4A47-8F63-51AF5FF695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092" y="1324454"/>
            <a:ext cx="5610029" cy="465977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F8EDB6A-50C2-40CA-8C43-471C684A70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6448" y="1338012"/>
            <a:ext cx="3676650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682912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5B31B1C-86BF-495F-A0F0-E1EEE6597C77}"/>
              </a:ext>
            </a:extLst>
          </p:cNvPr>
          <p:cNvGrpSpPr/>
          <p:nvPr/>
        </p:nvGrpSpPr>
        <p:grpSpPr>
          <a:xfrm>
            <a:off x="-1" y="-15240"/>
            <a:ext cx="12190414" cy="6874828"/>
            <a:chOff x="-1" y="-15240"/>
            <a:chExt cx="12190414" cy="6874828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E677B32-EFDE-46D8-BCFE-82887C8907FB}"/>
                </a:ext>
              </a:extLst>
            </p:cNvPr>
            <p:cNvSpPr/>
            <p:nvPr/>
          </p:nvSpPr>
          <p:spPr>
            <a:xfrm>
              <a:off x="-1" y="0"/>
              <a:ext cx="12190413" cy="6859588"/>
            </a:xfrm>
            <a:prstGeom prst="rect">
              <a:avLst/>
            </a:prstGeom>
            <a:solidFill>
              <a:srgbClr val="278CC1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5AB5753E-55E4-4D0C-8591-3C2F15EBD468}"/>
                </a:ext>
              </a:extLst>
            </p:cNvPr>
            <p:cNvGrpSpPr/>
            <p:nvPr/>
          </p:nvGrpSpPr>
          <p:grpSpPr>
            <a:xfrm>
              <a:off x="1" y="-15240"/>
              <a:ext cx="12190412" cy="1105666"/>
              <a:chOff x="1" y="-15240"/>
              <a:chExt cx="12190412" cy="1105666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1" y="237419"/>
                <a:ext cx="12190412" cy="834766"/>
                <a:chOff x="1" y="333671"/>
                <a:chExt cx="12190412" cy="834766"/>
              </a:xfrm>
            </p:grpSpPr>
            <p:sp>
              <p:nvSpPr>
                <p:cNvPr id="16" name="TextBox 20"/>
                <p:cNvSpPr txBox="1"/>
                <p:nvPr/>
              </p:nvSpPr>
              <p:spPr>
                <a:xfrm>
                  <a:off x="1030121" y="333671"/>
                  <a:ext cx="596658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chemeClr val="accent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anose="02020603050405020304" pitchFamily="18" charset="0"/>
                      <a:ea typeface="微软雅黑" pitchFamily="34" charset="-122"/>
                      <a:cs typeface="Times New Roman" panose="02020603050405020304" pitchFamily="18" charset="0"/>
                    </a:rPr>
                    <a:t>4.2.5 The whole code</a:t>
                  </a:r>
                </a:p>
              </p:txBody>
            </p:sp>
            <p:sp>
              <p:nvSpPr>
                <p:cNvPr id="15" name="矩形 14"/>
                <p:cNvSpPr/>
                <p:nvPr/>
              </p:nvSpPr>
              <p:spPr>
                <a:xfrm flipV="1">
                  <a:off x="1" y="1122718"/>
                  <a:ext cx="12190412" cy="4571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0" name="图片 9">
                <a:extLst>
                  <a:ext uri="{FF2B5EF4-FFF2-40B4-BE49-F238E27FC236}">
                    <a16:creationId xmlns:a16="http://schemas.microsoft.com/office/drawing/2014/main" id="{B6F55FFD-B35C-4987-ADA8-E056CE382A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15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5808" y="-15240"/>
                <a:ext cx="777037" cy="1105666"/>
              </a:xfrm>
              <a:prstGeom prst="rect">
                <a:avLst/>
              </a:prstGeom>
            </p:spPr>
          </p:pic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12BFC0E9-A201-4FFB-8716-A58422878134}"/>
              </a:ext>
            </a:extLst>
          </p:cNvPr>
          <p:cNvSpPr txBox="1"/>
          <p:nvPr/>
        </p:nvSpPr>
        <p:spPr>
          <a:xfrm>
            <a:off x="-904126" y="11918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59" name="内容占位符 2">
            <a:extLst>
              <a:ext uri="{FF2B5EF4-FFF2-40B4-BE49-F238E27FC236}">
                <a16:creationId xmlns:a16="http://schemas.microsoft.com/office/drawing/2014/main" id="{48D63F4F-82B3-400A-A83F-B35CEC9A048D}"/>
              </a:ext>
            </a:extLst>
          </p:cNvPr>
          <p:cNvSpPr txBox="1">
            <a:spLocks/>
          </p:cNvSpPr>
          <p:nvPr/>
        </p:nvSpPr>
        <p:spPr>
          <a:xfrm>
            <a:off x="525093" y="1191802"/>
            <a:ext cx="11140224" cy="5789037"/>
          </a:xfrm>
          <a:prstGeom prst="rect">
            <a:avLst/>
          </a:prstGeom>
        </p:spPr>
        <p:txBody>
          <a:bodyPr>
            <a:normAutofit fontScale="99211"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40C3AC8-C475-43FD-9DAC-EAF4E54898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845" y="1173561"/>
            <a:ext cx="3771900" cy="542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327375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TRACKING_SLIDES" val="1"/>
  <p:tag name="GENSWF_OUTPUT_FILE_NAME" val="33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8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炫彩扁平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BF53"/>
      </a:accent1>
      <a:accent2>
        <a:srgbClr val="F17475"/>
      </a:accent2>
      <a:accent3>
        <a:srgbClr val="01B3C5"/>
      </a:accent3>
      <a:accent4>
        <a:srgbClr val="77448C"/>
      </a:accent4>
      <a:accent5>
        <a:srgbClr val="00AF92"/>
      </a:accent5>
      <a:accent6>
        <a:srgbClr val="C65885"/>
      </a:accent6>
      <a:hlink>
        <a:srgbClr val="FCC79F"/>
      </a:hlink>
      <a:folHlink>
        <a:srgbClr val="869FB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5740</TotalTime>
  <Words>1186</Words>
  <Application>Microsoft Office PowerPoint</Application>
  <PresentationFormat>自定义</PresentationFormat>
  <Paragraphs>120</Paragraphs>
  <Slides>16</Slides>
  <Notes>16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10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8" baseType="lpstr">
      <vt:lpstr>ITC Avant Garde Std Bk</vt:lpstr>
      <vt:lpstr>LiHei Pro</vt:lpstr>
      <vt:lpstr>Signika</vt:lpstr>
      <vt:lpstr>等线</vt:lpstr>
      <vt:lpstr>等线 Light</vt:lpstr>
      <vt:lpstr>迷你简汉真广标</vt:lpstr>
      <vt:lpstr>微软雅黑</vt:lpstr>
      <vt:lpstr>Arial</vt:lpstr>
      <vt:lpstr>Calibri</vt:lpstr>
      <vt:lpstr>Impact</vt:lpstr>
      <vt:lpstr>Times New Roman</vt:lpstr>
      <vt:lpstr>Office 主题​​</vt:lpstr>
      <vt:lpstr>1_Office Theme</vt:lpstr>
      <vt:lpstr>2_Office Theme</vt:lpstr>
      <vt:lpstr>3_Office Theme</vt:lpstr>
      <vt:lpstr>4_Office Theme</vt:lpstr>
      <vt:lpstr>5_Office Theme</vt:lpstr>
      <vt:lpstr>6_Office Theme</vt:lpstr>
      <vt:lpstr>7_Office Theme</vt:lpstr>
      <vt:lpstr>8_Office Theme</vt:lpstr>
      <vt:lpstr>Office Theme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TX Wu</cp:lastModifiedBy>
  <cp:revision>2900</cp:revision>
  <dcterms:created xsi:type="dcterms:W3CDTF">2015-12-01T09:06:39Z</dcterms:created>
  <dcterms:modified xsi:type="dcterms:W3CDTF">2023-10-17T13:31:45Z</dcterms:modified>
</cp:coreProperties>
</file>